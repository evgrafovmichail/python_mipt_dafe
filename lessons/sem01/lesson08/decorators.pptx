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</p:sldMasterIdLst>
  <p:notesMasterIdLst>
    <p:notesMasterId r:id="rId5"/>
  </p:notesMasterIdLst>
  <p:sldIdLst>
    <p:sldId id="306" r:id="rId3"/>
    <p:sldId id="486" r:id="rId4"/>
    <p:sldId id="553" r:id="rId6"/>
    <p:sldId id="554" r:id="rId7"/>
    <p:sldId id="555" r:id="rId8"/>
    <p:sldId id="556" r:id="rId9"/>
    <p:sldId id="557" r:id="rId10"/>
    <p:sldId id="559" r:id="rId11"/>
    <p:sldId id="560" r:id="rId12"/>
    <p:sldId id="561" r:id="rId13"/>
    <p:sldId id="562" r:id="rId14"/>
    <p:sldId id="563" r:id="rId15"/>
    <p:sldId id="564" r:id="rId16"/>
    <p:sldId id="565" r:id="rId17"/>
    <p:sldId id="566" r:id="rId18"/>
    <p:sldId id="567" r:id="rId19"/>
    <p:sldId id="568" r:id="rId20"/>
    <p:sldId id="535" r:id="rId21"/>
    <p:sldId id="569" r:id="rId22"/>
    <p:sldId id="570" r:id="rId23"/>
    <p:sldId id="538" r:id="rId24"/>
    <p:sldId id="571" r:id="rId25"/>
    <p:sldId id="540" r:id="rId26"/>
    <p:sldId id="572" r:id="rId27"/>
    <p:sldId id="573" r:id="rId28"/>
    <p:sldId id="574" r:id="rId29"/>
    <p:sldId id="575" r:id="rId30"/>
    <p:sldId id="577" r:id="rId31"/>
    <p:sldId id="578" r:id="rId32"/>
    <p:sldId id="576" r:id="rId33"/>
    <p:sldId id="579" r:id="rId34"/>
    <p:sldId id="580" r:id="rId35"/>
    <p:sldId id="582" r:id="rId36"/>
    <p:sldId id="583" r:id="rId37"/>
    <p:sldId id="584" r:id="rId38"/>
    <p:sldId id="585" r:id="rId39"/>
    <p:sldId id="586" r:id="rId40"/>
    <p:sldId id="587" r:id="rId41"/>
    <p:sldId id="552" r:id="rId42"/>
    <p:sldId id="589" r:id="rId43"/>
    <p:sldId id="549" r:id="rId44"/>
    <p:sldId id="591" r:id="rId45"/>
    <p:sldId id="551" r:id="rId46"/>
    <p:sldId id="592" r:id="rId47"/>
    <p:sldId id="331" r:id="rId48"/>
  </p:sldIdLst>
  <p:sldSz cx="24742775" cy="13716000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1CCCB284-FAD9-4ACF-BBE5-987686199942}">
          <p14:sldIdLst>
            <p14:sldId id="306"/>
            <p14:sldId id="486"/>
            <p14:sldId id="553"/>
            <p14:sldId id="554"/>
            <p14:sldId id="555"/>
            <p14:sldId id="556"/>
            <p14:sldId id="557"/>
            <p14:sldId id="559"/>
            <p14:sldId id="560"/>
            <p14:sldId id="561"/>
            <p14:sldId id="562"/>
            <p14:sldId id="563"/>
            <p14:sldId id="564"/>
            <p14:sldId id="565"/>
            <p14:sldId id="566"/>
            <p14:sldId id="567"/>
            <p14:sldId id="568"/>
            <p14:sldId id="535"/>
            <p14:sldId id="569"/>
            <p14:sldId id="570"/>
            <p14:sldId id="538"/>
            <p14:sldId id="571"/>
            <p14:sldId id="540"/>
            <p14:sldId id="572"/>
            <p14:sldId id="573"/>
            <p14:sldId id="574"/>
            <p14:sldId id="575"/>
            <p14:sldId id="577"/>
            <p14:sldId id="578"/>
            <p14:sldId id="576"/>
            <p14:sldId id="579"/>
            <p14:sldId id="580"/>
            <p14:sldId id="582"/>
            <p14:sldId id="583"/>
            <p14:sldId id="584"/>
            <p14:sldId id="585"/>
            <p14:sldId id="586"/>
            <p14:sldId id="587"/>
            <p14:sldId id="552"/>
            <p14:sldId id="589"/>
            <p14:sldId id="549"/>
            <p14:sldId id="591"/>
            <p14:sldId id="551"/>
            <p14:sldId id="592"/>
            <p14:sldId id="331"/>
          </p14:sldIdLst>
        </p14:section>
        <p14:section name="Раздел без заголовка" id="{F03BB59A-273A-4306-BA96-E51F876B3C4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55" userDrawn="1">
          <p15:clr>
            <a:srgbClr val="A4A3A4"/>
          </p15:clr>
        </p15:guide>
        <p15:guide id="2" pos="7993" userDrawn="1">
          <p15:clr>
            <a:srgbClr val="A4A3A4"/>
          </p15:clr>
        </p15:guide>
        <p15:guide id="4" pos="10344" userDrawn="1">
          <p15:clr>
            <a:srgbClr val="A4A3A4"/>
          </p15:clr>
        </p15:guide>
        <p15:guide id="5" pos="5520" userDrawn="1">
          <p15:clr>
            <a:srgbClr val="A4A3A4"/>
          </p15:clr>
        </p15:guide>
        <p15:guide id="7" pos="626" userDrawn="1">
          <p15:clr>
            <a:srgbClr val="A4A3A4"/>
          </p15:clr>
        </p15:guide>
        <p15:guide id="8" pos="14908" userDrawn="1">
          <p15:clr>
            <a:srgbClr val="A4A3A4"/>
          </p15:clr>
        </p15:guide>
        <p15:guide id="12" orient="horz" pos="8091" userDrawn="1">
          <p15:clr>
            <a:srgbClr val="A4A3A4"/>
          </p15:clr>
        </p15:guide>
        <p15:guide id="13" orient="horz" pos="1834" userDrawn="1">
          <p15:clr>
            <a:srgbClr val="A4A3A4"/>
          </p15:clr>
        </p15:guide>
        <p15:guide id="14" pos="11342" userDrawn="1">
          <p15:clr>
            <a:srgbClr val="A4A3A4"/>
          </p15:clr>
        </p15:guide>
        <p15:guide id="15" pos="4230" userDrawn="1">
          <p15:clr>
            <a:srgbClr val="A4A3A4"/>
          </p15:clr>
        </p15:guide>
        <p15:guide id="16" orient="horz" pos="254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C496"/>
    <a:srgbClr val="EDDBAD"/>
    <a:srgbClr val="BCD6FD"/>
    <a:srgbClr val="C09D29"/>
    <a:srgbClr val="0072BC"/>
    <a:srgbClr val="7CB683"/>
    <a:srgbClr val="DBE8DE"/>
    <a:srgbClr val="CFE09A"/>
    <a:srgbClr val="3E3E3E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3" autoAdjust="0"/>
    <p:restoredTop sz="96395" autoAdjust="0"/>
  </p:normalViewPr>
  <p:slideViewPr>
    <p:cSldViewPr showGuides="1">
      <p:cViewPr varScale="1">
        <p:scale>
          <a:sx n="58" d="100"/>
          <a:sy n="58" d="100"/>
        </p:scale>
        <p:origin x="408" y="108"/>
      </p:cViewPr>
      <p:guideLst>
        <p:guide orient="horz" pos="555"/>
        <p:guide pos="7993"/>
        <p:guide pos="10344"/>
        <p:guide pos="5520"/>
        <p:guide pos="626"/>
        <p:guide pos="14908"/>
        <p:guide orient="horz" pos="8091"/>
        <p:guide orient="horz" pos="1834"/>
        <p:guide pos="11342"/>
        <p:guide pos="4230"/>
        <p:guide orient="horz" pos="2543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-73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2" Type="http://schemas.openxmlformats.org/officeDocument/2006/relationships/commentAuthors" Target="commentAuthors.xml"/><Relationship Id="rId51" Type="http://schemas.openxmlformats.org/officeDocument/2006/relationships/tableStyles" Target="tableStyles.xml"/><Relationship Id="rId50" Type="http://schemas.openxmlformats.org/officeDocument/2006/relationships/viewProps" Target="viewProps.xml"/><Relationship Id="rId5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 sz="1100"/>
            </a:lvl1pPr>
            <a:lvl2pPr>
              <a:spcBef>
                <a:spcPts val="0"/>
              </a:spcBef>
              <a:defRPr sz="1100"/>
            </a:lvl2pPr>
            <a:lvl3pPr>
              <a:spcBef>
                <a:spcPts val="0"/>
              </a:spcBef>
              <a:defRPr sz="11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  <a:lvl6pPr>
              <a:spcBef>
                <a:spcPts val="0"/>
              </a:spcBef>
              <a:defRPr sz="1100"/>
            </a:lvl6pPr>
            <a:lvl7pPr>
              <a:spcBef>
                <a:spcPts val="0"/>
              </a:spcBef>
              <a:defRPr sz="1100"/>
            </a:lvl7pPr>
            <a:lvl8pPr>
              <a:spcBef>
                <a:spcPts val="0"/>
              </a:spcBef>
              <a:defRPr sz="1100"/>
            </a:lvl8pPr>
            <a:lvl9pPr>
              <a:spcBef>
                <a:spcPts val="0"/>
              </a:spcBef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1pPr>
    <a:lvl2pPr marL="123063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2pPr>
    <a:lvl3pPr marL="246062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3pPr>
    <a:lvl4pPr marL="369125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4pPr>
    <a:lvl5pPr marL="492188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5pPr>
    <a:lvl6pPr marL="615251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6pPr>
    <a:lvl7pPr marL="738251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7pPr>
    <a:lvl8pPr marL="861314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8pPr>
    <a:lvl9pPr marL="984377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subTitle" idx="1"/>
          </p:nvPr>
        </p:nvSpPr>
        <p:spPr>
          <a:xfrm>
            <a:off x="843437" y="7768736"/>
            <a:ext cx="23055913" cy="312171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5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9pPr>
          </a:lstStyle>
          <a:p>
            <a:endParaRPr dirty="0"/>
          </a:p>
        </p:txBody>
      </p:sp>
      <p:sp>
        <p:nvSpPr>
          <p:cNvPr id="9" name="Shape 9"/>
          <p:cNvSpPr txBox="1">
            <a:spLocks noGrp="1"/>
          </p:cNvSpPr>
          <p:nvPr>
            <p:ph type="ctrTitle"/>
          </p:nvPr>
        </p:nvSpPr>
        <p:spPr>
          <a:xfrm>
            <a:off x="843456" y="2753544"/>
            <a:ext cx="23055913" cy="4464497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algn="ctr">
              <a:spcBef>
                <a:spcPts val="0"/>
              </a:spcBef>
              <a:buSzPct val="100000"/>
              <a:defRPr sz="13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13865"/>
            </a:lvl2pPr>
            <a:lvl3pPr algn="ctr">
              <a:spcBef>
                <a:spcPts val="0"/>
              </a:spcBef>
              <a:buSzPct val="100000"/>
              <a:defRPr sz="13865"/>
            </a:lvl3pPr>
            <a:lvl4pPr algn="ctr">
              <a:spcBef>
                <a:spcPts val="0"/>
              </a:spcBef>
              <a:buSzPct val="100000"/>
              <a:defRPr sz="13865"/>
            </a:lvl4pPr>
            <a:lvl5pPr algn="ctr">
              <a:spcBef>
                <a:spcPts val="0"/>
              </a:spcBef>
              <a:buSzPct val="100000"/>
              <a:defRPr sz="13865"/>
            </a:lvl5pPr>
            <a:lvl6pPr algn="ctr">
              <a:spcBef>
                <a:spcPts val="0"/>
              </a:spcBef>
              <a:buSzPct val="100000"/>
              <a:defRPr sz="13865"/>
            </a:lvl6pPr>
            <a:lvl7pPr algn="ctr">
              <a:spcBef>
                <a:spcPts val="0"/>
              </a:spcBef>
              <a:buSzPct val="100000"/>
              <a:defRPr sz="13865"/>
            </a:lvl7pPr>
            <a:lvl8pPr algn="ctr">
              <a:spcBef>
                <a:spcPts val="0"/>
              </a:spcBef>
              <a:buSzPct val="100000"/>
              <a:defRPr sz="13865"/>
            </a:lvl8pPr>
            <a:lvl9pPr algn="ctr">
              <a:spcBef>
                <a:spcPts val="0"/>
              </a:spcBef>
              <a:buSzPct val="100000"/>
              <a:defRPr sz="13865"/>
            </a:lvl9pPr>
          </a:lstStyle>
          <a:p>
            <a:endParaRPr dirty="0"/>
          </a:p>
        </p:txBody>
      </p:sp>
      <p:sp>
        <p:nvSpPr>
          <p:cNvPr id="11" name="Shape 11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843437" y="5705872"/>
            <a:ext cx="23055913" cy="2244800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>
              <a:spcBef>
                <a:spcPts val="0"/>
              </a:spcBef>
              <a:buSzPct val="100000"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9600"/>
            </a:lvl2pPr>
            <a:lvl3pPr algn="ctr">
              <a:spcBef>
                <a:spcPts val="0"/>
              </a:spcBef>
              <a:buSzPct val="100000"/>
              <a:defRPr sz="9600"/>
            </a:lvl3pPr>
            <a:lvl4pPr algn="ctr">
              <a:spcBef>
                <a:spcPts val="0"/>
              </a:spcBef>
              <a:buSzPct val="100000"/>
              <a:defRPr sz="9600"/>
            </a:lvl4pPr>
            <a:lvl5pPr algn="ctr">
              <a:spcBef>
                <a:spcPts val="0"/>
              </a:spcBef>
              <a:buSzPct val="100000"/>
              <a:defRPr sz="9600"/>
            </a:lvl5pPr>
            <a:lvl6pPr algn="ctr">
              <a:spcBef>
                <a:spcPts val="0"/>
              </a:spcBef>
              <a:buSzPct val="100000"/>
              <a:defRPr sz="9600"/>
            </a:lvl6pPr>
            <a:lvl7pPr algn="ctr">
              <a:spcBef>
                <a:spcPts val="0"/>
              </a:spcBef>
              <a:buSzPct val="100000"/>
              <a:defRPr sz="9600"/>
            </a:lvl7pPr>
            <a:lvl8pPr algn="ctr">
              <a:spcBef>
                <a:spcPts val="0"/>
              </a:spcBef>
              <a:buSzPct val="100000"/>
              <a:defRPr sz="9600"/>
            </a:lvl8pPr>
            <a:lvl9pPr algn="ctr">
              <a:spcBef>
                <a:spcPts val="0"/>
              </a:spcBef>
              <a:buSzPct val="100000"/>
              <a:defRPr sz="9600"/>
            </a:lvl9pPr>
          </a:lstStyle>
          <a:p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8" name="Shape 17"/>
          <p:cNvSpPr txBox="1">
            <a:spLocks noGrp="1"/>
          </p:cNvSpPr>
          <p:nvPr>
            <p:ph type="body" idx="13"/>
          </p:nvPr>
        </p:nvSpPr>
        <p:spPr>
          <a:xfrm>
            <a:off x="857782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9" name="Shape 17"/>
          <p:cNvSpPr txBox="1">
            <a:spLocks noGrp="1"/>
          </p:cNvSpPr>
          <p:nvPr>
            <p:ph type="body" idx="14"/>
          </p:nvPr>
        </p:nvSpPr>
        <p:spPr>
          <a:xfrm>
            <a:off x="16224001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8661" y="560919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35755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57658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0" name="Shape 17"/>
          <p:cNvSpPr txBox="1">
            <a:spLocks noGrp="1"/>
          </p:cNvSpPr>
          <p:nvPr>
            <p:ph type="body" idx="14"/>
          </p:nvPr>
        </p:nvSpPr>
        <p:spPr>
          <a:xfrm>
            <a:off x="6603504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1" name="Shape 17"/>
          <p:cNvSpPr txBox="1">
            <a:spLocks noGrp="1"/>
          </p:cNvSpPr>
          <p:nvPr>
            <p:ph type="body" idx="15"/>
          </p:nvPr>
        </p:nvSpPr>
        <p:spPr>
          <a:xfrm>
            <a:off x="17892761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2"/>
          <p:cNvSpPr>
            <a:spLocks noGrp="1"/>
          </p:cNvSpPr>
          <p:nvPr>
            <p:ph type="pic" idx="13"/>
          </p:nvPr>
        </p:nvSpPr>
        <p:spPr>
          <a:xfrm>
            <a:off x="86905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3" name="Рисунок 2"/>
          <p:cNvSpPr>
            <a:spLocks noGrp="1"/>
          </p:cNvSpPr>
          <p:nvPr>
            <p:ph type="pic" idx="15"/>
          </p:nvPr>
        </p:nvSpPr>
        <p:spPr>
          <a:xfrm>
            <a:off x="163523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Shape 17"/>
          <p:cNvSpPr txBox="1">
            <a:spLocks noGrp="1"/>
          </p:cNvSpPr>
          <p:nvPr>
            <p:ph type="body" idx="14"/>
          </p:nvPr>
        </p:nvSpPr>
        <p:spPr>
          <a:xfrm>
            <a:off x="85804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4" name="Shape 17"/>
          <p:cNvSpPr txBox="1">
            <a:spLocks noGrp="1"/>
          </p:cNvSpPr>
          <p:nvPr>
            <p:ph type="body" idx="16"/>
          </p:nvPr>
        </p:nvSpPr>
        <p:spPr>
          <a:xfrm>
            <a:off x="162422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7" name="Рисунок 2"/>
          <p:cNvSpPr>
            <a:spLocks noGrp="1"/>
          </p:cNvSpPr>
          <p:nvPr>
            <p:ph type="pic" idx="17"/>
          </p:nvPr>
        </p:nvSpPr>
        <p:spPr>
          <a:xfrm>
            <a:off x="18017851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5" name="Рисунок 2"/>
          <p:cNvSpPr>
            <a:spLocks noGrp="1"/>
          </p:cNvSpPr>
          <p:nvPr>
            <p:ph type="pic" idx="15"/>
          </p:nvPr>
        </p:nvSpPr>
        <p:spPr>
          <a:xfrm>
            <a:off x="12371387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idx="13"/>
          </p:nvPr>
        </p:nvSpPr>
        <p:spPr>
          <a:xfrm>
            <a:off x="6720856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20" name="Shape 17"/>
          <p:cNvSpPr txBox="1">
            <a:spLocks noGrp="1"/>
          </p:cNvSpPr>
          <p:nvPr>
            <p:ph type="body" idx="14"/>
          </p:nvPr>
        </p:nvSpPr>
        <p:spPr>
          <a:xfrm>
            <a:off x="6610747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6" name="Shape 17"/>
          <p:cNvSpPr txBox="1">
            <a:spLocks noGrp="1"/>
          </p:cNvSpPr>
          <p:nvPr>
            <p:ph type="body" idx="16"/>
          </p:nvPr>
        </p:nvSpPr>
        <p:spPr>
          <a:xfrm>
            <a:off x="12261278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8" name="Shape 17"/>
          <p:cNvSpPr txBox="1">
            <a:spLocks noGrp="1"/>
          </p:cNvSpPr>
          <p:nvPr>
            <p:ph type="body" idx="18"/>
          </p:nvPr>
        </p:nvSpPr>
        <p:spPr>
          <a:xfrm>
            <a:off x="17907742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571388" y="720000"/>
            <a:ext cx="21600000" cy="1440000"/>
          </a:xfrm>
        </p:spPr>
        <p:txBody>
          <a:bodyPr lIns="0" tIns="0" rIns="0" bIns="0"/>
          <a:lstStyle>
            <a:lvl1pPr algn="ctr" fontAlgn="base">
              <a:defRPr sz="64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1403388" y="12628800"/>
            <a:ext cx="540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8411388" y="12628800"/>
            <a:ext cx="792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"/>
          <p:cNvSpPr txBox="1">
            <a:spLocks noGrp="1"/>
          </p:cNvSpPr>
          <p:nvPr>
            <p:ph type="title"/>
          </p:nvPr>
        </p:nvSpPr>
        <p:spPr>
          <a:xfrm>
            <a:off x="843437" y="1186742"/>
            <a:ext cx="23055913" cy="15271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843437" y="3073267"/>
            <a:ext cx="23055913" cy="9110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defRPr sz="1800">
                <a:solidFill>
                  <a:schemeClr val="dk2"/>
                </a:solidFill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algn="r"/>
            <a:fld id="{00000000-1234-1234-1234-123412341234}" type="slidenum">
              <a:rPr lang="en-US" sz="2665" smtClean="0">
                <a:solidFill>
                  <a:schemeClr val="dk2"/>
                </a:solidFill>
              </a:rPr>
            </a:fld>
            <a:endParaRPr lang="en-US" sz="2665">
              <a:solidFill>
                <a:schemeClr val="dk2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jpe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11722735" y="11754485"/>
            <a:ext cx="12978130" cy="156781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Докладчик: Евграфов Михаил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5459095" y="5201920"/>
            <a:ext cx="13825220" cy="3308985"/>
          </a:xfrm>
        </p:spPr>
        <p:txBody>
          <a:bodyPr/>
          <a:lstStyle/>
          <a:p>
            <a:r>
              <a:rPr lang="ru-RU" altLang="ru-RU" sz="9600" dirty="0">
                <a:solidFill>
                  <a:schemeClr val="bg1"/>
                </a:solidFill>
              </a:rPr>
              <a:t>Замыкания и Декораторы</a:t>
            </a:r>
            <a:endParaRPr lang="ru-RU" altLang="ru-RU" sz="96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8371" y="1025352"/>
            <a:ext cx="2437777" cy="738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3226435" y="4050030"/>
            <a:ext cx="182257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Замыкания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64598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3593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Область видимости функций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537460"/>
            <a:ext cx="12510135" cy="92976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6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Правая фигурная скобка 2"/>
          <p:cNvSpPr/>
          <p:nvPr/>
        </p:nvSpPr>
        <p:spPr>
          <a:xfrm>
            <a:off x="15323185" y="2465705"/>
            <a:ext cx="610870" cy="1408430"/>
          </a:xfrm>
          <a:prstGeom prst="rightBrace">
            <a:avLst>
              <a:gd name="adj1" fmla="val 36698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15323185" y="5417820"/>
            <a:ext cx="610870" cy="6210300"/>
          </a:xfrm>
          <a:prstGeom prst="rightBrace">
            <a:avLst>
              <a:gd name="adj1" fmla="val 110291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16547465" y="2321560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глобальные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6547465" y="7793990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локальные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/>
      <p:bldP spid="3" grpId="1" animBg="1"/>
      <p:bldP spid="7" grpId="1"/>
      <p:bldP spid="5" grpId="0" animBg="1"/>
      <p:bldP spid="8" grpId="0"/>
      <p:bldP spid="5" grpId="1" animBg="1"/>
      <p:bldP spid="8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93722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Чтение глобальных переменных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6949420" cy="8578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318258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Изменение глобальных переменных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4436090" cy="8578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modify_global_list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append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 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"lst: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lst: [0, 1, 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modify_global_list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"lst: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lst: [0, 1, 2, 42]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94138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Перепривязка 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537460"/>
            <a:ext cx="20702270" cy="9548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"obj ID: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try_to_rebound_global_list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1j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2.72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try_to_rebound_global_list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0700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Результаты перепривязки 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897505"/>
            <a:ext cx="11996420" cy="8096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= [0, 1, 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ID: 2827461041664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= [-1j, 2.72, 3.14]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ID: 2827461397440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= [0, 1, 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ID: 2827461041664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36051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глобальная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6949420" cy="8578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1337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99793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локальная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6949420" cy="940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1337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3.14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так, и так не бывает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96820"/>
            <a:ext cx="16618585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3.14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UnboundLocalError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429133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global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993775" y="2465705"/>
            <a:ext cx="14304645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1337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42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3.14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11732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Вложенные функции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458845"/>
            <a:ext cx="16769715" cy="7672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Правая фигурная скобка 2"/>
          <p:cNvSpPr/>
          <p:nvPr/>
        </p:nvSpPr>
        <p:spPr>
          <a:xfrm>
            <a:off x="17699990" y="4481830"/>
            <a:ext cx="610870" cy="1408430"/>
          </a:xfrm>
          <a:prstGeom prst="rightBrace">
            <a:avLst>
              <a:gd name="adj1" fmla="val 36698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17699990" y="6299835"/>
            <a:ext cx="610870" cy="2641600"/>
          </a:xfrm>
          <a:prstGeom prst="rightBrace">
            <a:avLst>
              <a:gd name="adj1" fmla="val 77546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18635980" y="4337685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нелокальные</a:t>
            </a:r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8635980" y="6785610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локальные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7" grpId="0"/>
      <p:bldP spid="3" grpId="1" animBg="1"/>
      <p:bldP spid="7" grpId="1"/>
      <p:bldP spid="5" grpId="0" bldLvl="0" animBg="1"/>
      <p:bldP spid="8" grpId="0"/>
      <p:bldP spid="5" grpId="1" animBg="1"/>
      <p:bldP spid="8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67560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нелокальная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6985615" cy="9749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var_nonloc = 42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4697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локальная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6985615" cy="9912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3.14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var_nonloc = 3.14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так, и так не бывает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6618585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3.14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=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UnboundLocalError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 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nonlocal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9690080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nonlocal: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результат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257550"/>
            <a:ext cx="11951335" cy="79546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var_local = 5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var_nonloc =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var_nonloc = 3.14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76273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использовать </a:t>
            </a:r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global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12670"/>
            <a:ext cx="16953865" cy="10102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global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"counter: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counter: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counter: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counter: 3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67561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global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 работает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12670"/>
            <a:ext cx="19417665" cy="100196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global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746506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Замыкания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833495"/>
            <a:ext cx="16927195" cy="8451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Правая фигурная скобка 2"/>
          <p:cNvSpPr/>
          <p:nvPr/>
        </p:nvSpPr>
        <p:spPr>
          <a:xfrm>
            <a:off x="17807305" y="6353810"/>
            <a:ext cx="730885" cy="3607435"/>
          </a:xfrm>
          <a:prstGeom prst="rightBrace">
            <a:avLst>
              <a:gd name="adj1" fmla="val 55343"/>
              <a:gd name="adj2" fmla="val 50007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18735675" y="7649845"/>
            <a:ext cx="42583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замыкание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18735675" y="4684395"/>
            <a:ext cx="425831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контекст замыкания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9" name="Правая фигурная скобка 8"/>
          <p:cNvSpPr/>
          <p:nvPr/>
        </p:nvSpPr>
        <p:spPr>
          <a:xfrm>
            <a:off x="17807305" y="4792980"/>
            <a:ext cx="730885" cy="1351915"/>
          </a:xfrm>
          <a:prstGeom prst="rightBrace">
            <a:avLst>
              <a:gd name="adj1" fmla="val 30234"/>
              <a:gd name="adj2" fmla="val 50007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985645" y="2249170"/>
            <a:ext cx="73787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фабричная функция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5674995" y="3041650"/>
            <a:ext cx="0" cy="7918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 animBg="1"/>
      <p:bldP spid="5" grpId="1"/>
      <p:bldP spid="3" grpId="1" animBg="1"/>
      <p:bldP spid="7" grpId="0"/>
      <p:bldP spid="9" grpId="0" animBg="1"/>
      <p:bldP spid="7" grpId="1"/>
      <p:bldP spid="9" grpId="1" animBg="1"/>
      <p:bldP spid="10" grpId="0"/>
      <p:bldP spid="10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78507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Замыкания: результат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30145"/>
            <a:ext cx="18284190" cy="10005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6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7850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Где хранится контекст замыкания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969260"/>
            <a:ext cx="21606510" cy="8827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"locals: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__code__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co_varnames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locals: ()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"free vars: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__code__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co_freevars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free vars: ('counter',)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"context: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__closure__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context: (&lt;cell at 0x00000292518E9BA0: ...)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cell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enumerate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__closure__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"cell_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content: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cell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cell_contents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cell_0 content: 4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3513455" y="4050030"/>
            <a:ext cx="182257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Декораторы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64598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11021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Описание проблемы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705"/>
            <a:ext cx="14431645" cy="9362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start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stop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pic>
        <p:nvPicPr>
          <p:cNvPr id="3" name="Изображение 2"/>
          <p:cNvPicPr/>
          <p:nvPr/>
        </p:nvPicPr>
        <p:blipFill>
          <a:blip r:embed="rId1"/>
          <a:stretch>
            <a:fillRect/>
          </a:stretch>
        </p:blipFill>
        <p:spPr>
          <a:xfrm>
            <a:off x="17627600" y="7002145"/>
            <a:ext cx="4124325" cy="3963670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/>
        </p:nvSpPr>
        <p:spPr>
          <a:xfrm>
            <a:off x="16631920" y="4986020"/>
            <a:ext cx="611632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хотим измерять время работы</a:t>
            </a:r>
            <a:endParaRPr lang="ru-RU" altLang="ru-RU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75092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Возможное решение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21560"/>
            <a:ext cx="18103215" cy="976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start doing something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stop doing something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time taken: 1.00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7530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Минусы: дублирование логики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85795"/>
            <a:ext cx="20560030" cy="7949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do_another_thing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76705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Декоратор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05660"/>
            <a:ext cx="20615275" cy="10260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ParamSpec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TypeVar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ParamSpec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TypeVar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76705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Декоратор подробнее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841875"/>
            <a:ext cx="15932785" cy="6115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1282065" y="2911475"/>
            <a:ext cx="37998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декоратор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9203055" y="2897505"/>
            <a:ext cx="83985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декорируемая функция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3082290" y="3895725"/>
            <a:ext cx="0" cy="87376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>
            <a:off x="5602605" y="3761740"/>
            <a:ext cx="3528060" cy="10077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Правая фигурная скобка 8"/>
          <p:cNvSpPr/>
          <p:nvPr/>
        </p:nvSpPr>
        <p:spPr>
          <a:xfrm>
            <a:off x="16763365" y="5705475"/>
            <a:ext cx="518160" cy="3433445"/>
          </a:xfrm>
          <a:prstGeom prst="rightBrace">
            <a:avLst>
              <a:gd name="adj1" fmla="val 53880"/>
              <a:gd name="adj2" fmla="val 50008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7483455" y="6637655"/>
            <a:ext cx="568007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декорирующая функция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879475" y="10530205"/>
            <a:ext cx="21019770" cy="185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декорирующая функция дополняет поведение декорируемой функции</a:t>
            </a:r>
            <a:endParaRPr lang="ru-RU" altLang="en-US" sz="48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5" grpId="0"/>
      <p:bldP spid="5" grpId="1"/>
      <p:bldP spid="9" grpId="0" animBg="1"/>
      <p:bldP spid="10" grpId="0"/>
      <p:bldP spid="9" grpId="1" animBg="1"/>
      <p:bldP spid="10" grpId="1"/>
      <p:bldP spid="11" grpId="0"/>
      <p:bldP spid="11" grpId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33575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Декоратор как замыкание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841875"/>
            <a:ext cx="15932785" cy="6115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9203055" y="2897505"/>
            <a:ext cx="83985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контекст замыкания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8" name="Прямая со стрелкой 7"/>
          <p:cNvCxnSpPr/>
          <p:nvPr/>
        </p:nvCxnSpPr>
        <p:spPr>
          <a:xfrm flipH="1">
            <a:off x="5602605" y="3761740"/>
            <a:ext cx="3528060" cy="10077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Правая фигурная скобка 8"/>
          <p:cNvSpPr/>
          <p:nvPr/>
        </p:nvSpPr>
        <p:spPr>
          <a:xfrm>
            <a:off x="16763365" y="5705475"/>
            <a:ext cx="518160" cy="3433445"/>
          </a:xfrm>
          <a:prstGeom prst="rightBrace">
            <a:avLst>
              <a:gd name="adj1" fmla="val 53880"/>
              <a:gd name="adj2" fmla="val 50008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7483455" y="6958965"/>
            <a:ext cx="568007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замыкание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879475" y="10530205"/>
            <a:ext cx="21019770" cy="185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декорирующая функция замыкается на декорируемую функцию</a:t>
            </a:r>
            <a:endParaRPr lang="ru-RU" altLang="en-US" sz="48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34502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 декоратора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705"/>
            <a:ext cx="14858365" cy="96119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start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stop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time taken: 1.00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@Callable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77415"/>
            <a:ext cx="14230350" cy="10039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DBE8DE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@Callable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77415"/>
            <a:ext cx="14230350" cy="10039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5400">
              <a:solidFill>
                <a:srgbClr val="EDDBAD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DBE8DE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Подмена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264535"/>
            <a:ext cx="15331440" cy="8128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__name__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wraps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969260"/>
            <a:ext cx="20827365" cy="8128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functools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@wraps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23873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wraps: </a:t>
            </a:r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результат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264535"/>
            <a:ext cx="15331440" cy="8128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__name__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5271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Момент выполнения декораторов 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8059400" cy="9640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decorate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"decorate was applied"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@decorate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decorate was applied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@decorate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do_another_thing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another 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decorate was applied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0610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Композиция декораторов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705"/>
            <a:ext cx="21732875" cy="9640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inner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inner"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outer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outer"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0610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Композиция декораторов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13405"/>
            <a:ext cx="10514330" cy="78517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@outer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@inner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outer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inner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do something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837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композиции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1605"/>
            <a:ext cx="19208115" cy="8570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@outer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@inner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outer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inner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837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композиции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1605"/>
            <a:ext cx="19208115" cy="8570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@outer</a:t>
            </a:r>
            <a:endParaRPr lang="en-US" altLang="ru-RU" sz="6000">
              <a:solidFill>
                <a:srgbClr val="EDDBAD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@inner</a:t>
            </a:r>
            <a:endParaRPr lang="en-US" altLang="ru-RU" sz="6000">
              <a:solidFill>
                <a:srgbClr val="EDDBAD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outer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inner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7940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Параметризация декораторов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1605"/>
            <a:ext cx="20408900" cy="9244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register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name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_register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name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_register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984821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85795"/>
            <a:ext cx="20408900" cy="79660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@register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{'do_something': &lt;function do_something ...&gt;}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9944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использования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92020"/>
            <a:ext cx="21312505" cy="10243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@register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register_decorator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=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register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"do_something"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registry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do_something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=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register_decorator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9944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использования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92020"/>
            <a:ext cx="21773515" cy="10243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@register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register_decorator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register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"do_something"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registry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register_decorator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3513455" y="4050030"/>
            <a:ext cx="182257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l"/>
            <a:r>
              <a:rPr 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Семинар</a:t>
            </a:r>
            <a:endParaRPr 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Группа 9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11" name="Овал 10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12" name="Овал 11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3" name="Овал 2"/>
          <p:cNvSpPr/>
          <p:nvPr/>
        </p:nvSpPr>
        <p:spPr>
          <a:xfrm>
            <a:off x="2764598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simple-light-2">
  <a:themeElements>
    <a:clrScheme name="МФТИ">
      <a:dk1>
        <a:srgbClr val="525252"/>
      </a:dk1>
      <a:lt1>
        <a:srgbClr val="FFFFFF"/>
      </a:lt1>
      <a:dk2>
        <a:srgbClr val="525252"/>
      </a:dk2>
      <a:lt2>
        <a:srgbClr val="FFFFFF"/>
      </a:lt2>
      <a:accent1>
        <a:srgbClr val="0072BC"/>
      </a:accent1>
      <a:accent2>
        <a:srgbClr val="525252"/>
      </a:accent2>
      <a:accent3>
        <a:srgbClr val="7C7C7C"/>
      </a:accent3>
      <a:accent4>
        <a:srgbClr val="FFAB40"/>
      </a:accent4>
      <a:accent5>
        <a:srgbClr val="0072BC"/>
      </a:accent5>
      <a:accent6>
        <a:srgbClr val="525252"/>
      </a:accent6>
      <a:hlink>
        <a:srgbClr val="FFAB40"/>
      </a:hlink>
      <a:folHlink>
        <a:srgbClr val="92C5EB"/>
      </a:folHlink>
    </a:clrScheme>
    <a:fontScheme name="МФТИ">
      <a:majorFont>
        <a:latin typeface="Arial Black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10474</Words>
  <Application>WPS Presentation</Application>
  <PresentationFormat>Произвольный</PresentationFormat>
  <Paragraphs>669</Paragraphs>
  <Slides>45</Slides>
  <Notes>10</Notes>
  <HiddenSlides>0</HiddenSlides>
  <MMClips>2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57" baseType="lpstr">
      <vt:lpstr>Arial</vt:lpstr>
      <vt:lpstr>SimSun</vt:lpstr>
      <vt:lpstr>Wingdings</vt:lpstr>
      <vt:lpstr>Arial</vt:lpstr>
      <vt:lpstr>Segoe UI</vt:lpstr>
      <vt:lpstr>Arial Black</vt:lpstr>
      <vt:lpstr>Tahoma</vt:lpstr>
      <vt:lpstr>Franklin Gothic Book</vt:lpstr>
      <vt:lpstr>Consolas</vt:lpstr>
      <vt:lpstr>Microsoft YaHei</vt:lpstr>
      <vt:lpstr>Arial Unicode MS</vt:lpstr>
      <vt:lpstr>simple-light-2</vt:lpstr>
      <vt:lpstr>Замыкания и Декораторы</vt:lpstr>
      <vt:lpstr>Замыкания</vt:lpstr>
      <vt:lpstr>Область видимости функций</vt:lpstr>
      <vt:lpstr>Чтение глобальных переменных</vt:lpstr>
      <vt:lpstr>Изменение глобальных переменных</vt:lpstr>
      <vt:lpstr>Перепривязка </vt:lpstr>
      <vt:lpstr>Результаты перепривязки </vt:lpstr>
      <vt:lpstr>Когда переменная глобальная</vt:lpstr>
      <vt:lpstr>Когда переменная локальная</vt:lpstr>
      <vt:lpstr>И так, и так не бывает</vt:lpstr>
      <vt:lpstr>global</vt:lpstr>
      <vt:lpstr>Вложенные функции</vt:lpstr>
      <vt:lpstr>Когда переменная нелокальная</vt:lpstr>
      <vt:lpstr>Когда переменная локальная</vt:lpstr>
      <vt:lpstr>И так, и так не бывает</vt:lpstr>
      <vt:lpstr>nonlocal</vt:lpstr>
      <vt:lpstr>nonlocal: результат</vt:lpstr>
      <vt:lpstr>Когда использовать global</vt:lpstr>
      <vt:lpstr>Когда global не работает</vt:lpstr>
      <vt:lpstr>Замыкания</vt:lpstr>
      <vt:lpstr>Замыкания: результат</vt:lpstr>
      <vt:lpstr>Где хранится контекст замыкания</vt:lpstr>
      <vt:lpstr>Декораторы</vt:lpstr>
      <vt:lpstr>Описание проблемы</vt:lpstr>
      <vt:lpstr>Возможное решение</vt:lpstr>
      <vt:lpstr>Минусы: дублирование логики</vt:lpstr>
      <vt:lpstr>Декоратор</vt:lpstr>
      <vt:lpstr>Декоратор подробнее</vt:lpstr>
      <vt:lpstr>Декоратор как замыкание</vt:lpstr>
      <vt:lpstr>Использование декоратора</vt:lpstr>
      <vt:lpstr>@Callable</vt:lpstr>
      <vt:lpstr>@Callable</vt:lpstr>
      <vt:lpstr>Подмена</vt:lpstr>
      <vt:lpstr>wraps</vt:lpstr>
      <vt:lpstr>wraps: результат</vt:lpstr>
      <vt:lpstr>Момент выполнения декораторов </vt:lpstr>
      <vt:lpstr>Композиция декораторов</vt:lpstr>
      <vt:lpstr>Композиция декораторов</vt:lpstr>
      <vt:lpstr>Логика композиции</vt:lpstr>
      <vt:lpstr>Логика композиции</vt:lpstr>
      <vt:lpstr>Параметризация декораторов</vt:lpstr>
      <vt:lpstr>Использование</vt:lpstr>
      <vt:lpstr>Логика использования</vt:lpstr>
      <vt:lpstr>Логика использования</vt:lpstr>
      <vt:lpstr>Семинар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MIPT / Phystech</dc:title>
  <dc:creator>Marina</dc:creator>
  <cp:lastModifiedBy>Michail Evgrafov</cp:lastModifiedBy>
  <cp:revision>752</cp:revision>
  <dcterms:created xsi:type="dcterms:W3CDTF">2023-09-07T15:23:00Z</dcterms:created>
  <dcterms:modified xsi:type="dcterms:W3CDTF">2025-11-09T09:08:32Z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939A7A65A70D42D3AFBDFCFAB1B7D962_12</vt:lpwstr>
  </property>
  <property fmtid="{D5CDD505-2E9C-101B-9397-08002B2CF9AE}" pid="3" name="KSOProductBuildVer">
    <vt:lpwstr>1049-12.2.0.23155</vt:lpwstr>
  </property>
</Properties>
</file>