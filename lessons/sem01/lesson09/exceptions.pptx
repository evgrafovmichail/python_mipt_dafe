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autoCompressPictures="0">
  <p:sldMasterIdLst>
    <p:sldMasterId id="2147483648" r:id="rId1"/>
  </p:sldMasterIdLst>
  <p:notesMasterIdLst>
    <p:notesMasterId r:id="rId5"/>
  </p:notesMasterIdLst>
  <p:sldIdLst>
    <p:sldId id="306" r:id="rId3"/>
    <p:sldId id="601" r:id="rId4"/>
    <p:sldId id="599" r:id="rId6"/>
    <p:sldId id="602" r:id="rId7"/>
    <p:sldId id="645" r:id="rId8"/>
    <p:sldId id="605" r:id="rId9"/>
    <p:sldId id="654" r:id="rId10"/>
    <p:sldId id="651" r:id="rId11"/>
    <p:sldId id="652" r:id="rId12"/>
    <p:sldId id="653" r:id="rId13"/>
    <p:sldId id="655" r:id="rId14"/>
    <p:sldId id="657" r:id="rId15"/>
    <p:sldId id="656" r:id="rId16"/>
    <p:sldId id="659" r:id="rId17"/>
    <p:sldId id="612" r:id="rId18"/>
    <p:sldId id="660" r:id="rId19"/>
    <p:sldId id="611" r:id="rId20"/>
    <p:sldId id="661" r:id="rId21"/>
    <p:sldId id="615" r:id="rId22"/>
    <p:sldId id="662" r:id="rId23"/>
    <p:sldId id="663" r:id="rId24"/>
    <p:sldId id="618" r:id="rId25"/>
    <p:sldId id="664" r:id="rId26"/>
    <p:sldId id="665" r:id="rId27"/>
    <p:sldId id="666" r:id="rId28"/>
    <p:sldId id="667" r:id="rId29"/>
    <p:sldId id="668" r:id="rId30"/>
    <p:sldId id="620" r:id="rId31"/>
    <p:sldId id="621" r:id="rId32"/>
    <p:sldId id="622" r:id="rId33"/>
    <p:sldId id="669" r:id="rId34"/>
    <p:sldId id="624" r:id="rId35"/>
    <p:sldId id="626" r:id="rId36"/>
    <p:sldId id="627" r:id="rId37"/>
    <p:sldId id="628" r:id="rId38"/>
    <p:sldId id="629" r:id="rId39"/>
    <p:sldId id="630" r:id="rId40"/>
    <p:sldId id="672" r:id="rId41"/>
    <p:sldId id="673" r:id="rId42"/>
    <p:sldId id="674" r:id="rId43"/>
    <p:sldId id="675" r:id="rId44"/>
    <p:sldId id="676" r:id="rId45"/>
    <p:sldId id="677" r:id="rId46"/>
    <p:sldId id="631" r:id="rId47"/>
    <p:sldId id="632" r:id="rId48"/>
    <p:sldId id="670" r:id="rId49"/>
    <p:sldId id="635" r:id="rId50"/>
    <p:sldId id="671" r:id="rId51"/>
    <p:sldId id="637" r:id="rId52"/>
    <p:sldId id="638" r:id="rId53"/>
    <p:sldId id="639" r:id="rId54"/>
    <p:sldId id="640" r:id="rId55"/>
    <p:sldId id="331" r:id="rId56"/>
  </p:sldIdLst>
  <p:sldSz cx="24742775" cy="13716000"/>
  <p:notesSz cx="6858000" cy="9144000"/>
  <p:defaultTextStyle>
    <a:defPPr marR="0" algn="l" rtl="0">
      <a:lnSpc>
        <a:spcPct val="100000"/>
      </a:lnSpc>
      <a:spcBef>
        <a:spcPts val="0"/>
      </a:spcBef>
      <a:spcAft>
        <a:spcPts val="0"/>
      </a:spcAft>
    </a:defPPr>
    <a:lvl1pPr marR="0" algn="l" rtl="0">
      <a:lnSpc>
        <a:spcPct val="100000"/>
      </a:lnSpc>
      <a:spcBef>
        <a:spcPts val="0"/>
      </a:spcBef>
      <a:spcAft>
        <a:spcPts val="0"/>
      </a:spcAft>
      <a:buNone/>
      <a:defRPr sz="3770" b="0" i="0" u="none" strike="noStrike" cap="none" baseline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algn="l" rtl="0">
      <a:lnSpc>
        <a:spcPct val="100000"/>
      </a:lnSpc>
      <a:spcBef>
        <a:spcPts val="0"/>
      </a:spcBef>
      <a:spcAft>
        <a:spcPts val="0"/>
      </a:spcAft>
      <a:buNone/>
      <a:defRPr sz="3770" b="0" i="0" u="none" strike="noStrike" cap="none" baseline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algn="l" rtl="0">
      <a:lnSpc>
        <a:spcPct val="100000"/>
      </a:lnSpc>
      <a:spcBef>
        <a:spcPts val="0"/>
      </a:spcBef>
      <a:spcAft>
        <a:spcPts val="0"/>
      </a:spcAft>
      <a:buNone/>
      <a:defRPr sz="3770" b="0" i="0" u="none" strike="noStrike" cap="none" baseline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algn="l" rtl="0">
      <a:lnSpc>
        <a:spcPct val="100000"/>
      </a:lnSpc>
      <a:spcBef>
        <a:spcPts val="0"/>
      </a:spcBef>
      <a:spcAft>
        <a:spcPts val="0"/>
      </a:spcAft>
      <a:buNone/>
      <a:defRPr sz="3770" b="0" i="0" u="none" strike="noStrike" cap="none" baseline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algn="l" rtl="0">
      <a:lnSpc>
        <a:spcPct val="100000"/>
      </a:lnSpc>
      <a:spcBef>
        <a:spcPts val="0"/>
      </a:spcBef>
      <a:spcAft>
        <a:spcPts val="0"/>
      </a:spcAft>
      <a:buNone/>
      <a:defRPr sz="3770" b="0" i="0" u="none" strike="noStrike" cap="none" baseline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algn="l" rtl="0">
      <a:lnSpc>
        <a:spcPct val="100000"/>
      </a:lnSpc>
      <a:spcBef>
        <a:spcPts val="0"/>
      </a:spcBef>
      <a:spcAft>
        <a:spcPts val="0"/>
      </a:spcAft>
      <a:buNone/>
      <a:defRPr sz="3770" b="0" i="0" u="none" strike="noStrike" cap="none" baseline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algn="l" rtl="0">
      <a:lnSpc>
        <a:spcPct val="100000"/>
      </a:lnSpc>
      <a:spcBef>
        <a:spcPts val="0"/>
      </a:spcBef>
      <a:spcAft>
        <a:spcPts val="0"/>
      </a:spcAft>
      <a:buNone/>
      <a:defRPr sz="3770" b="0" i="0" u="none" strike="noStrike" cap="none" baseline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algn="l" rtl="0">
      <a:lnSpc>
        <a:spcPct val="100000"/>
      </a:lnSpc>
      <a:spcBef>
        <a:spcPts val="0"/>
      </a:spcBef>
      <a:spcAft>
        <a:spcPts val="0"/>
      </a:spcAft>
      <a:buNone/>
      <a:defRPr sz="3770" b="0" i="0" u="none" strike="noStrike" cap="none" baseline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algn="l" rtl="0">
      <a:lnSpc>
        <a:spcPct val="100000"/>
      </a:lnSpc>
      <a:spcBef>
        <a:spcPts val="0"/>
      </a:spcBef>
      <a:spcAft>
        <a:spcPts val="0"/>
      </a:spcAft>
      <a:buNone/>
      <a:defRPr sz="3770" b="0" i="0" u="none" strike="noStrike" cap="none" baseline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1CCCB284-FAD9-4ACF-BBE5-987686199942}">
          <p14:sldIdLst>
            <p14:sldId id="306"/>
            <p14:sldId id="601"/>
            <p14:sldId id="599"/>
            <p14:sldId id="602"/>
            <p14:sldId id="645"/>
            <p14:sldId id="605"/>
            <p14:sldId id="654"/>
            <p14:sldId id="651"/>
            <p14:sldId id="652"/>
            <p14:sldId id="653"/>
            <p14:sldId id="655"/>
            <p14:sldId id="657"/>
            <p14:sldId id="656"/>
            <p14:sldId id="659"/>
            <p14:sldId id="612"/>
            <p14:sldId id="660"/>
            <p14:sldId id="611"/>
            <p14:sldId id="661"/>
            <p14:sldId id="615"/>
            <p14:sldId id="662"/>
            <p14:sldId id="663"/>
            <p14:sldId id="618"/>
            <p14:sldId id="664"/>
            <p14:sldId id="665"/>
            <p14:sldId id="666"/>
            <p14:sldId id="667"/>
            <p14:sldId id="668"/>
            <p14:sldId id="620"/>
            <p14:sldId id="621"/>
            <p14:sldId id="622"/>
            <p14:sldId id="669"/>
            <p14:sldId id="624"/>
            <p14:sldId id="626"/>
            <p14:sldId id="627"/>
            <p14:sldId id="628"/>
            <p14:sldId id="629"/>
            <p14:sldId id="630"/>
            <p14:sldId id="672"/>
            <p14:sldId id="673"/>
            <p14:sldId id="674"/>
            <p14:sldId id="675"/>
            <p14:sldId id="676"/>
            <p14:sldId id="677"/>
            <p14:sldId id="631"/>
            <p14:sldId id="632"/>
            <p14:sldId id="670"/>
            <p14:sldId id="635"/>
            <p14:sldId id="671"/>
            <p14:sldId id="637"/>
            <p14:sldId id="638"/>
            <p14:sldId id="639"/>
            <p14:sldId id="640"/>
            <p14:sldId id="331"/>
          </p14:sldIdLst>
        </p14:section>
        <p14:section name="Раздел без заголовка" id="{F03BB59A-273A-4306-BA96-E51F876B3C44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555" userDrawn="1">
          <p15:clr>
            <a:srgbClr val="A4A3A4"/>
          </p15:clr>
        </p15:guide>
        <p15:guide id="2" pos="8001" userDrawn="1">
          <p15:clr>
            <a:srgbClr val="A4A3A4"/>
          </p15:clr>
        </p15:guide>
        <p15:guide id="4" pos="10407" userDrawn="1">
          <p15:clr>
            <a:srgbClr val="A4A3A4"/>
          </p15:clr>
        </p15:guide>
        <p15:guide id="5" pos="5464" userDrawn="1">
          <p15:clr>
            <a:srgbClr val="A4A3A4"/>
          </p15:clr>
        </p15:guide>
        <p15:guide id="7" pos="626" userDrawn="1">
          <p15:clr>
            <a:srgbClr val="A4A3A4"/>
          </p15:clr>
        </p15:guide>
        <p15:guide id="8" pos="14908" userDrawn="1">
          <p15:clr>
            <a:srgbClr val="A4A3A4"/>
          </p15:clr>
        </p15:guide>
        <p15:guide id="12" orient="horz" pos="7989" userDrawn="1">
          <p15:clr>
            <a:srgbClr val="A4A3A4"/>
          </p15:clr>
        </p15:guide>
        <p15:guide id="13" orient="horz" pos="1870" userDrawn="1">
          <p15:clr>
            <a:srgbClr val="A4A3A4"/>
          </p15:clr>
        </p15:guide>
        <p15:guide id="14" pos="11296" userDrawn="1">
          <p15:clr>
            <a:srgbClr val="A4A3A4"/>
          </p15:clr>
        </p15:guide>
        <p15:guide id="15" pos="4224" userDrawn="1">
          <p15:clr>
            <a:srgbClr val="A4A3A4"/>
          </p15:clr>
        </p15:guide>
        <p15:guide id="16" orient="horz" pos="253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9D29"/>
    <a:srgbClr val="7CB683"/>
    <a:srgbClr val="0072BC"/>
    <a:srgbClr val="3E3E3E"/>
    <a:srgbClr val="525252"/>
    <a:srgbClr val="68045E"/>
    <a:srgbClr val="99CA89"/>
    <a:srgbClr val="CFE09A"/>
    <a:srgbClr val="DAED05"/>
    <a:srgbClr val="92C5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263" autoAdjust="0"/>
    <p:restoredTop sz="96395" autoAdjust="0"/>
  </p:normalViewPr>
  <p:slideViewPr>
    <p:cSldViewPr showGuides="1">
      <p:cViewPr varScale="1">
        <p:scale>
          <a:sx n="58" d="100"/>
          <a:sy n="58" d="100"/>
        </p:scale>
        <p:origin x="408" y="108"/>
      </p:cViewPr>
      <p:guideLst>
        <p:guide orient="horz" pos="555"/>
        <p:guide pos="8001"/>
        <p:guide pos="10407"/>
        <p:guide pos="5464"/>
        <p:guide pos="626"/>
        <p:guide pos="14908"/>
        <p:guide orient="horz" pos="7989"/>
        <p:guide orient="horz" pos="1870"/>
        <p:guide pos="11296"/>
        <p:guide pos="4224"/>
        <p:guide orient="horz" pos="2538"/>
      </p:guideLst>
    </p:cSldViewPr>
  </p:slideViewPr>
  <p:notesTextViewPr>
    <p:cViewPr>
      <p:scale>
        <a:sx n="66" d="100"/>
        <a:sy n="66" d="100"/>
      </p:scale>
      <p:origin x="0" y="0"/>
    </p:cViewPr>
  </p:notesTextViewPr>
  <p:sorterViewPr>
    <p:cViewPr>
      <p:scale>
        <a:sx n="100" d="100"/>
        <a:sy n="100" d="100"/>
      </p:scale>
      <p:origin x="0" y="-735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0" Type="http://schemas.openxmlformats.org/officeDocument/2006/relationships/commentAuthors" Target="commentAuthors.xml"/><Relationship Id="rId6" Type="http://schemas.openxmlformats.org/officeDocument/2006/relationships/slide" Target="slides/slide3.xml"/><Relationship Id="rId59" Type="http://schemas.openxmlformats.org/officeDocument/2006/relationships/tableStyles" Target="tableStyles.xml"/><Relationship Id="rId58" Type="http://schemas.openxmlformats.org/officeDocument/2006/relationships/viewProps" Target="viewProps.xml"/><Relationship Id="rId57" Type="http://schemas.openxmlformats.org/officeDocument/2006/relationships/presProps" Target="presProps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notesMaster" Target="notesMasters/notesMaster1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 noRot="1" noChangeAspect="1"/>
          </p:cNvSpPr>
          <p:nvPr>
            <p:ph type="sldImg" idx="2"/>
          </p:nvPr>
        </p:nvSpPr>
        <p:spPr>
          <a:xfrm>
            <a:off x="336550" y="685800"/>
            <a:ext cx="61849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" name="Shape 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>
              <a:spcBef>
                <a:spcPts val="0"/>
              </a:spcBef>
              <a:defRPr sz="1100"/>
            </a:lvl1pPr>
            <a:lvl2pPr>
              <a:spcBef>
                <a:spcPts val="0"/>
              </a:spcBef>
              <a:defRPr sz="1100"/>
            </a:lvl2pPr>
            <a:lvl3pPr>
              <a:spcBef>
                <a:spcPts val="0"/>
              </a:spcBef>
              <a:defRPr sz="1100"/>
            </a:lvl3pPr>
            <a:lvl4pPr>
              <a:spcBef>
                <a:spcPts val="0"/>
              </a:spcBef>
              <a:defRPr sz="1100"/>
            </a:lvl4pPr>
            <a:lvl5pPr>
              <a:spcBef>
                <a:spcPts val="0"/>
              </a:spcBef>
              <a:defRPr sz="1100"/>
            </a:lvl5pPr>
            <a:lvl6pPr>
              <a:spcBef>
                <a:spcPts val="0"/>
              </a:spcBef>
              <a:defRPr sz="1100"/>
            </a:lvl6pPr>
            <a:lvl7pPr>
              <a:spcBef>
                <a:spcPts val="0"/>
              </a:spcBef>
              <a:defRPr sz="1100"/>
            </a:lvl7pPr>
            <a:lvl8pPr>
              <a:spcBef>
                <a:spcPts val="0"/>
              </a:spcBef>
              <a:defRPr sz="1100"/>
            </a:lvl8pPr>
            <a:lvl9pPr>
              <a:spcBef>
                <a:spcPts val="0"/>
              </a:spcBef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2460625" rtl="0" eaLnBrk="1" latinLnBrk="0" hangingPunct="1">
      <a:defRPr sz="3230" kern="1200">
        <a:solidFill>
          <a:schemeClr val="tx1"/>
        </a:solidFill>
        <a:latin typeface="+mn-lt"/>
        <a:ea typeface="+mn-ea"/>
        <a:cs typeface="+mn-cs"/>
      </a:defRPr>
    </a:lvl1pPr>
    <a:lvl2pPr marL="1230630" algn="l" defTabSz="2460625" rtl="0" eaLnBrk="1" latinLnBrk="0" hangingPunct="1">
      <a:defRPr sz="3230" kern="1200">
        <a:solidFill>
          <a:schemeClr val="tx1"/>
        </a:solidFill>
        <a:latin typeface="+mn-lt"/>
        <a:ea typeface="+mn-ea"/>
        <a:cs typeface="+mn-cs"/>
      </a:defRPr>
    </a:lvl2pPr>
    <a:lvl3pPr marL="2460625" algn="l" defTabSz="2460625" rtl="0" eaLnBrk="1" latinLnBrk="0" hangingPunct="1">
      <a:defRPr sz="3230" kern="1200">
        <a:solidFill>
          <a:schemeClr val="tx1"/>
        </a:solidFill>
        <a:latin typeface="+mn-lt"/>
        <a:ea typeface="+mn-ea"/>
        <a:cs typeface="+mn-cs"/>
      </a:defRPr>
    </a:lvl3pPr>
    <a:lvl4pPr marL="3691255" algn="l" defTabSz="2460625" rtl="0" eaLnBrk="1" latinLnBrk="0" hangingPunct="1">
      <a:defRPr sz="3230" kern="1200">
        <a:solidFill>
          <a:schemeClr val="tx1"/>
        </a:solidFill>
        <a:latin typeface="+mn-lt"/>
        <a:ea typeface="+mn-ea"/>
        <a:cs typeface="+mn-cs"/>
      </a:defRPr>
    </a:lvl4pPr>
    <a:lvl5pPr marL="4921885" algn="l" defTabSz="2460625" rtl="0" eaLnBrk="1" latinLnBrk="0" hangingPunct="1">
      <a:defRPr sz="3230" kern="1200">
        <a:solidFill>
          <a:schemeClr val="tx1"/>
        </a:solidFill>
        <a:latin typeface="+mn-lt"/>
        <a:ea typeface="+mn-ea"/>
        <a:cs typeface="+mn-cs"/>
      </a:defRPr>
    </a:lvl5pPr>
    <a:lvl6pPr marL="6152515" algn="l" defTabSz="2460625" rtl="0" eaLnBrk="1" latinLnBrk="0" hangingPunct="1">
      <a:defRPr sz="3230" kern="1200">
        <a:solidFill>
          <a:schemeClr val="tx1"/>
        </a:solidFill>
        <a:latin typeface="+mn-lt"/>
        <a:ea typeface="+mn-ea"/>
        <a:cs typeface="+mn-cs"/>
      </a:defRPr>
    </a:lvl6pPr>
    <a:lvl7pPr marL="7382510" algn="l" defTabSz="2460625" rtl="0" eaLnBrk="1" latinLnBrk="0" hangingPunct="1">
      <a:defRPr sz="3230" kern="1200">
        <a:solidFill>
          <a:schemeClr val="tx1"/>
        </a:solidFill>
        <a:latin typeface="+mn-lt"/>
        <a:ea typeface="+mn-ea"/>
        <a:cs typeface="+mn-cs"/>
      </a:defRPr>
    </a:lvl7pPr>
    <a:lvl8pPr marL="8613140" algn="l" defTabSz="2460625" rtl="0" eaLnBrk="1" latinLnBrk="0" hangingPunct="1">
      <a:defRPr sz="3230" kern="1200">
        <a:solidFill>
          <a:schemeClr val="tx1"/>
        </a:solidFill>
        <a:latin typeface="+mn-lt"/>
        <a:ea typeface="+mn-ea"/>
        <a:cs typeface="+mn-cs"/>
      </a:defRPr>
    </a:lvl8pPr>
    <a:lvl9pPr marL="9843770" algn="l" defTabSz="2460625" rtl="0" eaLnBrk="1" latinLnBrk="0" hangingPunct="1">
      <a:defRPr sz="323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Shape 115"/>
          <p:cNvSpPr>
            <a:spLocks noGrp="1" noRot="1" noChangeAspect="1"/>
          </p:cNvSpPr>
          <p:nvPr>
            <p:ph type="sldImg" idx="2"/>
          </p:nvPr>
        </p:nvSpPr>
        <p:spPr>
          <a:xfrm>
            <a:off x="336550" y="685800"/>
            <a:ext cx="61849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6" name="Shape 11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Shape 115"/>
          <p:cNvSpPr>
            <a:spLocks noGrp="1" noRot="1" noChangeAspect="1"/>
          </p:cNvSpPr>
          <p:nvPr>
            <p:ph type="sldImg" idx="2"/>
          </p:nvPr>
        </p:nvSpPr>
        <p:spPr>
          <a:xfrm>
            <a:off x="336550" y="685800"/>
            <a:ext cx="61849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6" name="Shape 11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Shape 115"/>
          <p:cNvSpPr>
            <a:spLocks noGrp="1" noRot="1" noChangeAspect="1"/>
          </p:cNvSpPr>
          <p:nvPr>
            <p:ph type="sldImg" idx="2"/>
          </p:nvPr>
        </p:nvSpPr>
        <p:spPr>
          <a:xfrm>
            <a:off x="336550" y="685800"/>
            <a:ext cx="61849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6" name="Shape 11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>
            <a:spLocks noGrp="1"/>
          </p:cNvSpPr>
          <p:nvPr>
            <p:ph type="subTitle" idx="1"/>
          </p:nvPr>
        </p:nvSpPr>
        <p:spPr>
          <a:xfrm>
            <a:off x="843437" y="7768736"/>
            <a:ext cx="23055913" cy="3121712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5000" b="1" i="0" u="none" strike="noStrike" cap="none" baseline="0" dirty="0">
                <a:solidFill>
                  <a:srgbClr val="0072BC"/>
                </a:solidFill>
                <a:latin typeface="+mj-lt"/>
                <a:ea typeface="Arial" panose="020B0604020202020204"/>
                <a:cs typeface="Segoe UI" panose="020B0502040204020203" pitchFamily="34" charset="0"/>
                <a:sym typeface="Arial" panose="020B0604020202020204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7465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7465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7465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7465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7465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7465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7465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7465"/>
            </a:lvl9pPr>
          </a:lstStyle>
          <a:p>
            <a:endParaRPr dirty="0"/>
          </a:p>
        </p:txBody>
      </p:sp>
      <p:sp>
        <p:nvSpPr>
          <p:cNvPr id="9" name="Shape 9"/>
          <p:cNvSpPr txBox="1">
            <a:spLocks noGrp="1"/>
          </p:cNvSpPr>
          <p:nvPr>
            <p:ph type="ctrTitle"/>
          </p:nvPr>
        </p:nvSpPr>
        <p:spPr>
          <a:xfrm>
            <a:off x="843456" y="2753544"/>
            <a:ext cx="23055913" cy="4464497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algn="ctr">
              <a:spcBef>
                <a:spcPts val="0"/>
              </a:spcBef>
              <a:buSzPct val="100000"/>
              <a:defRPr sz="13000" b="1" i="0" u="none" strike="noStrike" cap="none" baseline="0" dirty="0">
                <a:solidFill>
                  <a:srgbClr val="0072BC"/>
                </a:solidFill>
                <a:latin typeface="+mj-lt"/>
                <a:ea typeface="Arial" panose="020B0604020202020204"/>
                <a:cs typeface="Segoe UI" panose="020B0502040204020203" pitchFamily="34" charset="0"/>
                <a:sym typeface="Arial" panose="020B0604020202020204"/>
              </a:defRPr>
            </a:lvl1pPr>
            <a:lvl2pPr algn="ctr">
              <a:spcBef>
                <a:spcPts val="0"/>
              </a:spcBef>
              <a:buSzPct val="100000"/>
              <a:defRPr sz="13865"/>
            </a:lvl2pPr>
            <a:lvl3pPr algn="ctr">
              <a:spcBef>
                <a:spcPts val="0"/>
              </a:spcBef>
              <a:buSzPct val="100000"/>
              <a:defRPr sz="13865"/>
            </a:lvl3pPr>
            <a:lvl4pPr algn="ctr">
              <a:spcBef>
                <a:spcPts val="0"/>
              </a:spcBef>
              <a:buSzPct val="100000"/>
              <a:defRPr sz="13865"/>
            </a:lvl4pPr>
            <a:lvl5pPr algn="ctr">
              <a:spcBef>
                <a:spcPts val="0"/>
              </a:spcBef>
              <a:buSzPct val="100000"/>
              <a:defRPr sz="13865"/>
            </a:lvl5pPr>
            <a:lvl6pPr algn="ctr">
              <a:spcBef>
                <a:spcPts val="0"/>
              </a:spcBef>
              <a:buSzPct val="100000"/>
              <a:defRPr sz="13865"/>
            </a:lvl6pPr>
            <a:lvl7pPr algn="ctr">
              <a:spcBef>
                <a:spcPts val="0"/>
              </a:spcBef>
              <a:buSzPct val="100000"/>
              <a:defRPr sz="13865"/>
            </a:lvl7pPr>
            <a:lvl8pPr algn="ctr">
              <a:spcBef>
                <a:spcPts val="0"/>
              </a:spcBef>
              <a:buSzPct val="100000"/>
              <a:defRPr sz="13865"/>
            </a:lvl8pPr>
            <a:lvl9pPr algn="ctr">
              <a:spcBef>
                <a:spcPts val="0"/>
              </a:spcBef>
              <a:buSzPct val="100000"/>
              <a:defRPr sz="13865"/>
            </a:lvl9pPr>
          </a:lstStyle>
          <a:p>
            <a:endParaRPr dirty="0"/>
          </a:p>
        </p:txBody>
      </p:sp>
      <p:sp>
        <p:nvSpPr>
          <p:cNvPr id="11" name="Shape 11"/>
          <p:cNvSpPr txBox="1">
            <a:spLocks noGrp="1"/>
          </p:cNvSpPr>
          <p:nvPr>
            <p:ph type="sldNum" idx="12"/>
          </p:nvPr>
        </p:nvSpPr>
        <p:spPr>
          <a:xfrm>
            <a:off x="22925650" y="12435243"/>
            <a:ext cx="1484726" cy="1049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>
            <a:lvl1pPr algn="r">
              <a:defRPr lang="en-US" sz="2800" b="1" i="0" u="none" strike="noStrike" cap="none" baseline="0" smtClean="0">
                <a:solidFill>
                  <a:srgbClr val="92C5EB"/>
                </a:solidFill>
                <a:latin typeface="Segoe UI" panose="020B0502040204020203" pitchFamily="34" charset="0"/>
                <a:ea typeface="Arial" panose="020B0604020202020204"/>
                <a:cs typeface="Segoe UI" panose="020B0502040204020203" pitchFamily="34" charset="0"/>
                <a:sym typeface="Arial" panose="020B0604020202020204"/>
              </a:defRPr>
            </a:lvl1pPr>
          </a:lstStyle>
          <a:p>
            <a:fld id="{00000000-1234-1234-1234-123412341234}" type="slidenum">
              <a:rPr lang="ru-RU" smtClean="0"/>
            </a:fld>
            <a:endParaRPr lang="ru-RU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titl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13"/>
          <p:cNvSpPr txBox="1">
            <a:spLocks noGrp="1"/>
          </p:cNvSpPr>
          <p:nvPr>
            <p:ph type="title"/>
          </p:nvPr>
        </p:nvSpPr>
        <p:spPr>
          <a:xfrm>
            <a:off x="843437" y="5705872"/>
            <a:ext cx="23055913" cy="2244800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algn="ctr">
              <a:spcBef>
                <a:spcPts val="0"/>
              </a:spcBef>
              <a:buSzPct val="100000"/>
              <a:defRPr sz="8500" b="1" i="0" u="none" strike="noStrike" cap="none" baseline="0" dirty="0">
                <a:solidFill>
                  <a:srgbClr val="0072BC"/>
                </a:solidFill>
                <a:latin typeface="+mj-lt"/>
                <a:ea typeface="Arial" panose="020B0604020202020204"/>
                <a:cs typeface="Segoe UI" panose="020B0502040204020203" pitchFamily="34" charset="0"/>
                <a:sym typeface="Arial" panose="020B0604020202020204"/>
              </a:defRPr>
            </a:lvl1pPr>
            <a:lvl2pPr algn="ctr">
              <a:spcBef>
                <a:spcPts val="0"/>
              </a:spcBef>
              <a:buSzPct val="100000"/>
              <a:defRPr sz="9600"/>
            </a:lvl2pPr>
            <a:lvl3pPr algn="ctr">
              <a:spcBef>
                <a:spcPts val="0"/>
              </a:spcBef>
              <a:buSzPct val="100000"/>
              <a:defRPr sz="9600"/>
            </a:lvl3pPr>
            <a:lvl4pPr algn="ctr">
              <a:spcBef>
                <a:spcPts val="0"/>
              </a:spcBef>
              <a:buSzPct val="100000"/>
              <a:defRPr sz="9600"/>
            </a:lvl4pPr>
            <a:lvl5pPr algn="ctr">
              <a:spcBef>
                <a:spcPts val="0"/>
              </a:spcBef>
              <a:buSzPct val="100000"/>
              <a:defRPr sz="9600"/>
            </a:lvl5pPr>
            <a:lvl6pPr algn="ctr">
              <a:spcBef>
                <a:spcPts val="0"/>
              </a:spcBef>
              <a:buSzPct val="100000"/>
              <a:defRPr sz="9600"/>
            </a:lvl6pPr>
            <a:lvl7pPr algn="ctr">
              <a:spcBef>
                <a:spcPts val="0"/>
              </a:spcBef>
              <a:buSzPct val="100000"/>
              <a:defRPr sz="9600"/>
            </a:lvl7pPr>
            <a:lvl8pPr algn="ctr">
              <a:spcBef>
                <a:spcPts val="0"/>
              </a:spcBef>
              <a:buSzPct val="100000"/>
              <a:defRPr sz="9600"/>
            </a:lvl8pPr>
            <a:lvl9pPr algn="ctr">
              <a:spcBef>
                <a:spcPts val="0"/>
              </a:spcBef>
              <a:buSzPct val="100000"/>
              <a:defRPr sz="9600"/>
            </a:lvl9pPr>
          </a:lstStyle>
          <a:p>
            <a:endParaRPr dirty="0"/>
          </a:p>
        </p:txBody>
      </p:sp>
      <p:sp>
        <p:nvSpPr>
          <p:cNvPr id="14" name="Shape 14"/>
          <p:cNvSpPr txBox="1">
            <a:spLocks noGrp="1"/>
          </p:cNvSpPr>
          <p:nvPr>
            <p:ph type="sldNum" idx="12"/>
          </p:nvPr>
        </p:nvSpPr>
        <p:spPr>
          <a:xfrm>
            <a:off x="22925650" y="12435243"/>
            <a:ext cx="1484726" cy="1049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>
            <a:lvl1pPr algn="r">
              <a:defRPr lang="en-US" sz="2800" b="1" i="0" u="none" strike="noStrike" cap="none" baseline="0" smtClean="0">
                <a:solidFill>
                  <a:srgbClr val="92C5EB"/>
                </a:solidFill>
                <a:latin typeface="Segoe UI" panose="020B0502040204020203" pitchFamily="34" charset="0"/>
                <a:ea typeface="Arial" panose="020B0604020202020204"/>
                <a:cs typeface="Segoe UI" panose="020B0502040204020203" pitchFamily="34" charset="0"/>
                <a:sym typeface="Arial" panose="020B0604020202020204"/>
              </a:defRPr>
            </a:lvl1pPr>
          </a:lstStyle>
          <a:p>
            <a:fld id="{00000000-1234-1234-1234-123412341234}" type="slidenum">
              <a:rPr lang="ru-RU" smtClean="0"/>
            </a:fld>
            <a:endParaRPr lang="ru-RU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6"/>
          <p:cNvSpPr txBox="1">
            <a:spLocks noGrp="1"/>
          </p:cNvSpPr>
          <p:nvPr>
            <p:ph type="title"/>
          </p:nvPr>
        </p:nvSpPr>
        <p:spPr>
          <a:xfrm>
            <a:off x="879931" y="557213"/>
            <a:ext cx="23093252" cy="295232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8500" b="1" i="0" u="none" strike="noStrike" cap="none" baseline="0" dirty="0">
                <a:solidFill>
                  <a:srgbClr val="0072BC"/>
                </a:solidFill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7" name="Shape 17"/>
          <p:cNvSpPr txBox="1">
            <a:spLocks noGrp="1"/>
          </p:cNvSpPr>
          <p:nvPr>
            <p:ph type="body" idx="1"/>
          </p:nvPr>
        </p:nvSpPr>
        <p:spPr>
          <a:xfrm>
            <a:off x="931333" y="3905250"/>
            <a:ext cx="7119574" cy="81873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3200" b="0" i="0" u="none" strike="noStrike" cap="none" spc="-5" baseline="0" dirty="0">
                <a:solidFill>
                  <a:schemeClr val="dk2"/>
                </a:solidFill>
                <a:latin typeface="+mn-lt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8" name="Shape 18"/>
          <p:cNvSpPr txBox="1">
            <a:spLocks noGrp="1"/>
          </p:cNvSpPr>
          <p:nvPr>
            <p:ph type="sldNum" idx="12"/>
          </p:nvPr>
        </p:nvSpPr>
        <p:spPr>
          <a:xfrm>
            <a:off x="22925650" y="12435243"/>
            <a:ext cx="1484726" cy="1049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1" i="0" u="none" strike="noStrike" cap="none" baseline="0" smtClean="0">
                <a:solidFill>
                  <a:srgbClr val="92C5EB"/>
                </a:solidFill>
                <a:latin typeface="Segoe UI" panose="020B0502040204020203" pitchFamily="34" charset="0"/>
                <a:ea typeface="Arial" panose="020B0604020202020204"/>
                <a:cs typeface="Segoe UI" panose="020B0502040204020203" pitchFamily="34" charset="0"/>
                <a:sym typeface="Arial" panose="020B0604020202020204"/>
              </a:defRPr>
            </a:lvl1pPr>
          </a:lstStyle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8" name="Shape 17"/>
          <p:cNvSpPr txBox="1">
            <a:spLocks noGrp="1"/>
          </p:cNvSpPr>
          <p:nvPr>
            <p:ph type="body" idx="13"/>
          </p:nvPr>
        </p:nvSpPr>
        <p:spPr>
          <a:xfrm>
            <a:off x="8577823" y="3905250"/>
            <a:ext cx="7119574" cy="81873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3200" b="0" i="0" u="none" strike="noStrike" cap="none" spc="-5" baseline="0" dirty="0">
                <a:solidFill>
                  <a:schemeClr val="dk2"/>
                </a:solidFill>
                <a:latin typeface="+mn-lt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9" name="Shape 17"/>
          <p:cNvSpPr txBox="1">
            <a:spLocks noGrp="1"/>
          </p:cNvSpPr>
          <p:nvPr>
            <p:ph type="body" idx="14"/>
          </p:nvPr>
        </p:nvSpPr>
        <p:spPr>
          <a:xfrm>
            <a:off x="16224001" y="3905250"/>
            <a:ext cx="7119574" cy="81873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3200" b="0" i="0" u="none" strike="noStrike" cap="none" spc="-5" baseline="0" dirty="0">
                <a:solidFill>
                  <a:schemeClr val="dk2"/>
                </a:solidFill>
                <a:latin typeface="+mn-lt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6"/>
          <p:cNvSpPr txBox="1">
            <a:spLocks noGrp="1"/>
          </p:cNvSpPr>
          <p:nvPr>
            <p:ph type="title"/>
          </p:nvPr>
        </p:nvSpPr>
        <p:spPr>
          <a:xfrm>
            <a:off x="878661" y="560919"/>
            <a:ext cx="23093252" cy="295232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8500" b="1" i="0" u="none" strike="noStrike" cap="none" baseline="0" dirty="0">
                <a:solidFill>
                  <a:srgbClr val="0072BC"/>
                </a:solidFill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7" name="Shape 17"/>
          <p:cNvSpPr txBox="1">
            <a:spLocks noGrp="1"/>
          </p:cNvSpPr>
          <p:nvPr>
            <p:ph type="body" idx="1"/>
          </p:nvPr>
        </p:nvSpPr>
        <p:spPr>
          <a:xfrm>
            <a:off x="931333" y="3905250"/>
            <a:ext cx="7119574" cy="81873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3200" b="0" i="0" u="none" strike="noStrike" cap="none" spc="-5" baseline="0" dirty="0">
                <a:solidFill>
                  <a:schemeClr val="dk2"/>
                </a:solidFill>
                <a:latin typeface="+mn-lt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8" name="Shape 18"/>
          <p:cNvSpPr txBox="1">
            <a:spLocks noGrp="1"/>
          </p:cNvSpPr>
          <p:nvPr>
            <p:ph type="sldNum" idx="12"/>
          </p:nvPr>
        </p:nvSpPr>
        <p:spPr>
          <a:xfrm>
            <a:off x="22925650" y="12435243"/>
            <a:ext cx="1484726" cy="1049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1" i="0" u="none" strike="noStrike" cap="none" baseline="0" smtClean="0">
                <a:solidFill>
                  <a:srgbClr val="92C5EB"/>
                </a:solidFill>
                <a:latin typeface="Segoe UI" panose="020B0502040204020203" pitchFamily="34" charset="0"/>
                <a:ea typeface="Arial" panose="020B0604020202020204"/>
                <a:cs typeface="Segoe UI" panose="020B0502040204020203" pitchFamily="34" charset="0"/>
                <a:sym typeface="Arial" panose="020B0604020202020204"/>
              </a:defRPr>
            </a:lvl1pPr>
          </a:lstStyle>
          <a:p>
            <a:fld id="{00000000-1234-1234-1234-123412341234}" type="slidenum">
              <a:rPr lang="ru-RU" smtClean="0"/>
            </a:fld>
            <a:endParaRPr lang="ru-RU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6"/>
          <p:cNvSpPr txBox="1">
            <a:spLocks noGrp="1"/>
          </p:cNvSpPr>
          <p:nvPr>
            <p:ph type="title"/>
          </p:nvPr>
        </p:nvSpPr>
        <p:spPr>
          <a:xfrm>
            <a:off x="882469" y="560160"/>
            <a:ext cx="23093252" cy="295232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8500" b="1" i="0" u="none" strike="noStrike" cap="none" baseline="0" dirty="0">
                <a:solidFill>
                  <a:srgbClr val="0072BC"/>
                </a:solidFill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7" name="Shape 17"/>
          <p:cNvSpPr txBox="1">
            <a:spLocks noGrp="1"/>
          </p:cNvSpPr>
          <p:nvPr>
            <p:ph type="body" idx="1"/>
          </p:nvPr>
        </p:nvSpPr>
        <p:spPr>
          <a:xfrm>
            <a:off x="931333" y="3905250"/>
            <a:ext cx="10791982" cy="81873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3200" b="0" i="0" u="none" strike="noStrike" cap="none" spc="-5" baseline="0" dirty="0">
                <a:solidFill>
                  <a:schemeClr val="dk2"/>
                </a:solidFill>
                <a:latin typeface="+mn-lt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8" name="Shape 18"/>
          <p:cNvSpPr txBox="1">
            <a:spLocks noGrp="1"/>
          </p:cNvSpPr>
          <p:nvPr>
            <p:ph type="sldNum" idx="12"/>
          </p:nvPr>
        </p:nvSpPr>
        <p:spPr>
          <a:xfrm>
            <a:off x="22925650" y="12435243"/>
            <a:ext cx="1484726" cy="1049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1" i="0" u="none" strike="noStrike" cap="none" baseline="0" smtClean="0">
                <a:solidFill>
                  <a:srgbClr val="92C5EB"/>
                </a:solidFill>
                <a:latin typeface="Segoe UI" panose="020B0502040204020203" pitchFamily="34" charset="0"/>
                <a:ea typeface="Arial" panose="020B0604020202020204"/>
                <a:cs typeface="Segoe UI" panose="020B0502040204020203" pitchFamily="34" charset="0"/>
                <a:sym typeface="Arial" panose="020B0604020202020204"/>
              </a:defRPr>
            </a:lvl1pPr>
          </a:lstStyle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5" name="Shape 17"/>
          <p:cNvSpPr txBox="1">
            <a:spLocks noGrp="1"/>
          </p:cNvSpPr>
          <p:nvPr>
            <p:ph type="body" idx="13"/>
          </p:nvPr>
        </p:nvSpPr>
        <p:spPr>
          <a:xfrm>
            <a:off x="12235755" y="3905250"/>
            <a:ext cx="10791982" cy="81873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3200" b="0" i="0" u="none" strike="noStrike" cap="none" spc="-5" baseline="0" dirty="0">
                <a:solidFill>
                  <a:schemeClr val="dk2"/>
                </a:solidFill>
                <a:latin typeface="+mn-lt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6"/>
          <p:cNvSpPr txBox="1">
            <a:spLocks noGrp="1"/>
          </p:cNvSpPr>
          <p:nvPr>
            <p:ph type="title"/>
          </p:nvPr>
        </p:nvSpPr>
        <p:spPr>
          <a:xfrm>
            <a:off x="882469" y="560160"/>
            <a:ext cx="23093252" cy="295232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8500" b="1" i="0" u="none" strike="noStrike" cap="none" baseline="0" dirty="0">
                <a:solidFill>
                  <a:srgbClr val="0072BC"/>
                </a:solidFill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7" name="Shape 17"/>
          <p:cNvSpPr txBox="1">
            <a:spLocks noGrp="1"/>
          </p:cNvSpPr>
          <p:nvPr>
            <p:ph type="body" idx="1"/>
          </p:nvPr>
        </p:nvSpPr>
        <p:spPr>
          <a:xfrm>
            <a:off x="931333" y="3905250"/>
            <a:ext cx="10791982" cy="81873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3200" b="0" i="0" u="none" strike="noStrike" cap="none" spc="-5" baseline="0" dirty="0">
                <a:solidFill>
                  <a:schemeClr val="dk2"/>
                </a:solidFill>
                <a:latin typeface="+mn-lt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8" name="Shape 18"/>
          <p:cNvSpPr txBox="1">
            <a:spLocks noGrp="1"/>
          </p:cNvSpPr>
          <p:nvPr>
            <p:ph type="sldNum" idx="12"/>
          </p:nvPr>
        </p:nvSpPr>
        <p:spPr>
          <a:xfrm>
            <a:off x="22925650" y="12435243"/>
            <a:ext cx="1484726" cy="1049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1" i="0" u="none" strike="noStrike" cap="none" baseline="0" smtClean="0">
                <a:solidFill>
                  <a:srgbClr val="92C5EB"/>
                </a:solidFill>
                <a:latin typeface="Segoe UI" panose="020B0502040204020203" pitchFamily="34" charset="0"/>
                <a:ea typeface="Arial" panose="020B0604020202020204"/>
                <a:cs typeface="Segoe UI" panose="020B0502040204020203" pitchFamily="34" charset="0"/>
                <a:sym typeface="Arial" panose="020B0604020202020204"/>
              </a:defRPr>
            </a:lvl1pPr>
          </a:lstStyle>
          <a:p>
            <a:fld id="{00000000-1234-1234-1234-123412341234}" type="slidenum">
              <a:rPr lang="ru-RU" smtClean="0"/>
            </a:fld>
            <a:endParaRPr lang="ru-RU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6"/>
          <p:cNvSpPr txBox="1">
            <a:spLocks noGrp="1"/>
          </p:cNvSpPr>
          <p:nvPr>
            <p:ph type="title"/>
          </p:nvPr>
        </p:nvSpPr>
        <p:spPr>
          <a:xfrm>
            <a:off x="882469" y="560160"/>
            <a:ext cx="23093252" cy="295232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8500" b="1" i="0" u="none" strike="noStrike" cap="none" baseline="0" dirty="0">
                <a:solidFill>
                  <a:srgbClr val="0072BC"/>
                </a:solidFill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8" name="Shape 18"/>
          <p:cNvSpPr txBox="1">
            <a:spLocks noGrp="1"/>
          </p:cNvSpPr>
          <p:nvPr>
            <p:ph type="sldNum" idx="12"/>
          </p:nvPr>
        </p:nvSpPr>
        <p:spPr>
          <a:xfrm>
            <a:off x="22925650" y="12435243"/>
            <a:ext cx="1484726" cy="1049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1" i="0" u="none" strike="noStrike" cap="none" baseline="0" smtClean="0">
                <a:solidFill>
                  <a:srgbClr val="92C5EB"/>
                </a:solidFill>
                <a:latin typeface="Segoe UI" panose="020B0502040204020203" pitchFamily="34" charset="0"/>
                <a:ea typeface="Arial" panose="020B0604020202020204"/>
                <a:cs typeface="Segoe UI" panose="020B0502040204020203" pitchFamily="34" charset="0"/>
                <a:sym typeface="Arial" panose="020B0604020202020204"/>
              </a:defRPr>
            </a:lvl1pPr>
          </a:lstStyle>
          <a:p>
            <a:fld id="{00000000-1234-1234-1234-123412341234}" type="slidenum">
              <a:rPr lang="ru-RU" smtClean="0"/>
            </a:fld>
            <a:endParaRPr lang="ru-RU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6"/>
          <p:cNvSpPr txBox="1">
            <a:spLocks noGrp="1"/>
          </p:cNvSpPr>
          <p:nvPr>
            <p:ph type="title"/>
          </p:nvPr>
        </p:nvSpPr>
        <p:spPr>
          <a:xfrm>
            <a:off x="883251" y="560160"/>
            <a:ext cx="23093252" cy="295232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8500" b="1" i="0" u="none" strike="noStrike" cap="none" baseline="0" dirty="0">
                <a:solidFill>
                  <a:srgbClr val="0072BC"/>
                </a:solidFill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7" name="Shape 17"/>
          <p:cNvSpPr txBox="1">
            <a:spLocks noGrp="1"/>
          </p:cNvSpPr>
          <p:nvPr>
            <p:ph type="body" idx="1"/>
          </p:nvPr>
        </p:nvSpPr>
        <p:spPr>
          <a:xfrm>
            <a:off x="931333" y="3905250"/>
            <a:ext cx="5317067" cy="81873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3200" b="0" i="0" u="none" strike="noStrike" cap="none" spc="-5" baseline="0" dirty="0">
                <a:solidFill>
                  <a:schemeClr val="dk2"/>
                </a:solidFill>
                <a:latin typeface="+mn-lt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8" name="Shape 18"/>
          <p:cNvSpPr txBox="1">
            <a:spLocks noGrp="1"/>
          </p:cNvSpPr>
          <p:nvPr>
            <p:ph type="sldNum" idx="12"/>
          </p:nvPr>
        </p:nvSpPr>
        <p:spPr>
          <a:xfrm>
            <a:off x="22925650" y="12435243"/>
            <a:ext cx="1484726" cy="1049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1" i="0" u="none" strike="noStrike" cap="none" baseline="0" smtClean="0">
                <a:solidFill>
                  <a:srgbClr val="92C5EB"/>
                </a:solidFill>
                <a:latin typeface="Segoe UI" panose="020B0502040204020203" pitchFamily="34" charset="0"/>
                <a:ea typeface="Arial" panose="020B0604020202020204"/>
                <a:cs typeface="Segoe UI" panose="020B0502040204020203" pitchFamily="34" charset="0"/>
                <a:sym typeface="Arial" panose="020B0604020202020204"/>
              </a:defRPr>
            </a:lvl1pPr>
          </a:lstStyle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5" name="Shape 17"/>
          <p:cNvSpPr txBox="1">
            <a:spLocks noGrp="1"/>
          </p:cNvSpPr>
          <p:nvPr>
            <p:ph type="body" idx="13"/>
          </p:nvPr>
        </p:nvSpPr>
        <p:spPr>
          <a:xfrm>
            <a:off x="12257658" y="3905250"/>
            <a:ext cx="5320208" cy="81873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ct val="100000"/>
              <a:buNone/>
              <a:defRPr sz="3200" b="0" i="0" u="none" strike="noStrike" cap="none" spc="-5" baseline="0" dirty="0">
                <a:solidFill>
                  <a:schemeClr val="dk2"/>
                </a:solidFill>
                <a:latin typeface="+mn-lt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0" name="Shape 17"/>
          <p:cNvSpPr txBox="1">
            <a:spLocks noGrp="1"/>
          </p:cNvSpPr>
          <p:nvPr>
            <p:ph type="body" idx="14"/>
          </p:nvPr>
        </p:nvSpPr>
        <p:spPr>
          <a:xfrm>
            <a:off x="6603504" y="3905250"/>
            <a:ext cx="5317067" cy="81873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3200" b="0" i="0" u="none" strike="noStrike" cap="none" spc="-5" baseline="0" dirty="0">
                <a:solidFill>
                  <a:schemeClr val="dk2"/>
                </a:solidFill>
                <a:latin typeface="+mn-lt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1" name="Shape 17"/>
          <p:cNvSpPr txBox="1">
            <a:spLocks noGrp="1"/>
          </p:cNvSpPr>
          <p:nvPr>
            <p:ph type="body" idx="15"/>
          </p:nvPr>
        </p:nvSpPr>
        <p:spPr>
          <a:xfrm>
            <a:off x="17892761" y="3905250"/>
            <a:ext cx="5320208" cy="81873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ct val="100000"/>
              <a:buNone/>
              <a:defRPr sz="3200" b="0" i="0" u="none" strike="noStrike" cap="none" spc="-5" baseline="0" dirty="0">
                <a:solidFill>
                  <a:schemeClr val="dk2"/>
                </a:solidFill>
                <a:latin typeface="+mn-lt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2"/>
          <p:cNvSpPr>
            <a:spLocks noGrp="1"/>
          </p:cNvSpPr>
          <p:nvPr>
            <p:ph type="pic" idx="13"/>
          </p:nvPr>
        </p:nvSpPr>
        <p:spPr>
          <a:xfrm>
            <a:off x="8690595" y="4081463"/>
            <a:ext cx="7244730" cy="579173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13" name="Рисунок 2"/>
          <p:cNvSpPr>
            <a:spLocks noGrp="1"/>
          </p:cNvSpPr>
          <p:nvPr>
            <p:ph type="pic" idx="15"/>
          </p:nvPr>
        </p:nvSpPr>
        <p:spPr>
          <a:xfrm>
            <a:off x="16352395" y="4081463"/>
            <a:ext cx="7244730" cy="579173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 dirty="0"/>
          </a:p>
        </p:txBody>
      </p:sp>
      <p:sp>
        <p:nvSpPr>
          <p:cNvPr id="16" name="Shape 16"/>
          <p:cNvSpPr txBox="1">
            <a:spLocks noGrp="1"/>
          </p:cNvSpPr>
          <p:nvPr>
            <p:ph type="title"/>
          </p:nvPr>
        </p:nvSpPr>
        <p:spPr>
          <a:xfrm>
            <a:off x="879931" y="557213"/>
            <a:ext cx="23093252" cy="295232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8500" b="1" i="0" u="none" strike="noStrike" cap="none" baseline="0" dirty="0">
                <a:solidFill>
                  <a:srgbClr val="0072BC"/>
                </a:solidFill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7" name="Shape 17"/>
          <p:cNvSpPr txBox="1">
            <a:spLocks noGrp="1"/>
          </p:cNvSpPr>
          <p:nvPr>
            <p:ph type="body" idx="1"/>
          </p:nvPr>
        </p:nvSpPr>
        <p:spPr>
          <a:xfrm>
            <a:off x="931333" y="3905250"/>
            <a:ext cx="7119574" cy="81873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3200" b="0" i="0" u="none" strike="noStrike" cap="none" spc="-5" baseline="0" dirty="0">
                <a:solidFill>
                  <a:schemeClr val="dk2"/>
                </a:solidFill>
                <a:latin typeface="+mn-lt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8" name="Shape 18"/>
          <p:cNvSpPr txBox="1">
            <a:spLocks noGrp="1"/>
          </p:cNvSpPr>
          <p:nvPr>
            <p:ph type="sldNum" idx="12"/>
          </p:nvPr>
        </p:nvSpPr>
        <p:spPr>
          <a:xfrm>
            <a:off x="22925650" y="12435243"/>
            <a:ext cx="1484726" cy="1049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1" i="0" u="none" strike="noStrike" cap="none" baseline="0" smtClean="0">
                <a:solidFill>
                  <a:srgbClr val="92C5EB"/>
                </a:solidFill>
                <a:latin typeface="Segoe UI" panose="020B0502040204020203" pitchFamily="34" charset="0"/>
                <a:ea typeface="Arial" panose="020B0604020202020204"/>
                <a:cs typeface="Segoe UI" panose="020B0502040204020203" pitchFamily="34" charset="0"/>
                <a:sym typeface="Arial" panose="020B0604020202020204"/>
              </a:defRPr>
            </a:lvl1pPr>
          </a:lstStyle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12" name="Shape 17"/>
          <p:cNvSpPr txBox="1">
            <a:spLocks noGrp="1"/>
          </p:cNvSpPr>
          <p:nvPr>
            <p:ph type="body" idx="14"/>
          </p:nvPr>
        </p:nvSpPr>
        <p:spPr>
          <a:xfrm>
            <a:off x="8580486" y="10029025"/>
            <a:ext cx="5472608" cy="79208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2000" b="0" i="1" u="none" strike="noStrike" cap="none" spc="-5" baseline="0" dirty="0">
                <a:solidFill>
                  <a:schemeClr val="accent3">
                    <a:lumMod val="75000"/>
                  </a:schemeClr>
                </a:solidFill>
                <a:latin typeface="Franklin Gothic Book" panose="020B0503020102020204" pitchFamily="34" charset="0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4" name="Shape 17"/>
          <p:cNvSpPr txBox="1">
            <a:spLocks noGrp="1"/>
          </p:cNvSpPr>
          <p:nvPr>
            <p:ph type="body" idx="16"/>
          </p:nvPr>
        </p:nvSpPr>
        <p:spPr>
          <a:xfrm>
            <a:off x="16242286" y="10029025"/>
            <a:ext cx="5472608" cy="79208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2000" b="0" i="1" u="none" strike="noStrike" cap="none" spc="-5" baseline="0" dirty="0">
                <a:solidFill>
                  <a:schemeClr val="accent3">
                    <a:lumMod val="75000"/>
                  </a:schemeClr>
                </a:solidFill>
                <a:latin typeface="Franklin Gothic Book" panose="020B0503020102020204" pitchFamily="34" charset="0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Рисунок 2"/>
          <p:cNvSpPr>
            <a:spLocks noGrp="1"/>
          </p:cNvSpPr>
          <p:nvPr>
            <p:ph type="pic" idx="19"/>
          </p:nvPr>
        </p:nvSpPr>
        <p:spPr>
          <a:xfrm>
            <a:off x="18017851" y="8226152"/>
            <a:ext cx="5233019" cy="313848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3" name="Рисунок 2"/>
          <p:cNvSpPr>
            <a:spLocks noGrp="1"/>
          </p:cNvSpPr>
          <p:nvPr>
            <p:ph type="pic" idx="20"/>
          </p:nvPr>
        </p:nvSpPr>
        <p:spPr>
          <a:xfrm>
            <a:off x="12371387" y="8226152"/>
            <a:ext cx="5233019" cy="313848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4" name="Рисунок 2"/>
          <p:cNvSpPr>
            <a:spLocks noGrp="1"/>
          </p:cNvSpPr>
          <p:nvPr>
            <p:ph type="pic" idx="21"/>
          </p:nvPr>
        </p:nvSpPr>
        <p:spPr>
          <a:xfrm>
            <a:off x="6720856" y="8226152"/>
            <a:ext cx="5233019" cy="313848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37" name="Рисунок 2"/>
          <p:cNvSpPr>
            <a:spLocks noGrp="1"/>
          </p:cNvSpPr>
          <p:nvPr>
            <p:ph type="pic" idx="17"/>
          </p:nvPr>
        </p:nvSpPr>
        <p:spPr>
          <a:xfrm>
            <a:off x="18017851" y="4090987"/>
            <a:ext cx="5233019" cy="313848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35" name="Рисунок 2"/>
          <p:cNvSpPr>
            <a:spLocks noGrp="1"/>
          </p:cNvSpPr>
          <p:nvPr>
            <p:ph type="pic" idx="15"/>
          </p:nvPr>
        </p:nvSpPr>
        <p:spPr>
          <a:xfrm>
            <a:off x="12371387" y="4090987"/>
            <a:ext cx="5233019" cy="313848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25" name="Рисунок 2"/>
          <p:cNvSpPr>
            <a:spLocks noGrp="1"/>
          </p:cNvSpPr>
          <p:nvPr>
            <p:ph type="pic" idx="13"/>
          </p:nvPr>
        </p:nvSpPr>
        <p:spPr>
          <a:xfrm>
            <a:off x="6720856" y="4090987"/>
            <a:ext cx="5233019" cy="313848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16" name="Shape 16"/>
          <p:cNvSpPr txBox="1">
            <a:spLocks noGrp="1"/>
          </p:cNvSpPr>
          <p:nvPr>
            <p:ph type="title"/>
          </p:nvPr>
        </p:nvSpPr>
        <p:spPr>
          <a:xfrm>
            <a:off x="883251" y="560160"/>
            <a:ext cx="23093252" cy="295232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8500" b="1" i="0" u="none" strike="noStrike" cap="none" baseline="0" dirty="0">
                <a:solidFill>
                  <a:srgbClr val="0072BC"/>
                </a:solidFill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7" name="Shape 17"/>
          <p:cNvSpPr txBox="1">
            <a:spLocks noGrp="1"/>
          </p:cNvSpPr>
          <p:nvPr>
            <p:ph type="body" idx="1"/>
          </p:nvPr>
        </p:nvSpPr>
        <p:spPr>
          <a:xfrm>
            <a:off x="931333" y="3905250"/>
            <a:ext cx="5317067" cy="81873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3200" b="0" i="0" u="none" strike="noStrike" cap="none" spc="-5" baseline="0" dirty="0">
                <a:solidFill>
                  <a:schemeClr val="dk2"/>
                </a:solidFill>
                <a:latin typeface="+mn-lt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8" name="Shape 18"/>
          <p:cNvSpPr txBox="1">
            <a:spLocks noGrp="1"/>
          </p:cNvSpPr>
          <p:nvPr>
            <p:ph type="sldNum" idx="12"/>
          </p:nvPr>
        </p:nvSpPr>
        <p:spPr>
          <a:xfrm>
            <a:off x="22925650" y="12435243"/>
            <a:ext cx="1484726" cy="1049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1" i="0" u="none" strike="noStrike" cap="none" baseline="0" smtClean="0">
                <a:solidFill>
                  <a:srgbClr val="92C5EB"/>
                </a:solidFill>
                <a:latin typeface="Segoe UI" panose="020B0502040204020203" pitchFamily="34" charset="0"/>
                <a:ea typeface="Arial" panose="020B0604020202020204"/>
                <a:cs typeface="Segoe UI" panose="020B0502040204020203" pitchFamily="34" charset="0"/>
                <a:sym typeface="Arial" panose="020B0604020202020204"/>
              </a:defRPr>
            </a:lvl1pPr>
          </a:lstStyle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20" name="Shape 17"/>
          <p:cNvSpPr txBox="1">
            <a:spLocks noGrp="1"/>
          </p:cNvSpPr>
          <p:nvPr>
            <p:ph type="body" idx="14"/>
          </p:nvPr>
        </p:nvSpPr>
        <p:spPr>
          <a:xfrm>
            <a:off x="6610747" y="7385298"/>
            <a:ext cx="5472608" cy="79208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2000" b="0" i="1" u="none" strike="noStrike" cap="none" spc="-5" baseline="0" dirty="0">
                <a:solidFill>
                  <a:schemeClr val="accent3">
                    <a:lumMod val="75000"/>
                  </a:schemeClr>
                </a:solidFill>
                <a:latin typeface="Franklin Gothic Book" panose="020B0503020102020204" pitchFamily="34" charset="0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36" name="Shape 17"/>
          <p:cNvSpPr txBox="1">
            <a:spLocks noGrp="1"/>
          </p:cNvSpPr>
          <p:nvPr>
            <p:ph type="body" idx="16"/>
          </p:nvPr>
        </p:nvSpPr>
        <p:spPr>
          <a:xfrm>
            <a:off x="12261278" y="7385298"/>
            <a:ext cx="5472608" cy="79208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2000" b="0" i="1" u="none" strike="noStrike" cap="none" spc="-5" baseline="0" dirty="0">
                <a:solidFill>
                  <a:schemeClr val="accent3">
                    <a:lumMod val="75000"/>
                  </a:schemeClr>
                </a:solidFill>
                <a:latin typeface="Franklin Gothic Book" panose="020B0503020102020204" pitchFamily="34" charset="0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38" name="Shape 17"/>
          <p:cNvSpPr txBox="1">
            <a:spLocks noGrp="1"/>
          </p:cNvSpPr>
          <p:nvPr>
            <p:ph type="body" idx="18"/>
          </p:nvPr>
        </p:nvSpPr>
        <p:spPr>
          <a:xfrm>
            <a:off x="17907742" y="7385298"/>
            <a:ext cx="5472608" cy="79208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2000" b="0" i="1" u="none" strike="noStrike" cap="none" spc="-5" baseline="0" dirty="0">
                <a:solidFill>
                  <a:schemeClr val="accent3">
                    <a:lumMod val="75000"/>
                  </a:schemeClr>
                </a:solidFill>
                <a:latin typeface="Franklin Gothic Book" panose="020B0503020102020204" pitchFamily="34" charset="0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45" name="Shape 17"/>
          <p:cNvSpPr txBox="1">
            <a:spLocks noGrp="1"/>
          </p:cNvSpPr>
          <p:nvPr>
            <p:ph type="body" idx="22"/>
          </p:nvPr>
        </p:nvSpPr>
        <p:spPr>
          <a:xfrm>
            <a:off x="6610747" y="11520463"/>
            <a:ext cx="5472608" cy="79208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2000" b="0" i="1" u="none" strike="noStrike" cap="none" spc="-5" baseline="0" dirty="0">
                <a:solidFill>
                  <a:schemeClr val="accent3">
                    <a:lumMod val="75000"/>
                  </a:schemeClr>
                </a:solidFill>
                <a:latin typeface="Franklin Gothic Book" panose="020B0503020102020204" pitchFamily="34" charset="0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46" name="Shape 17"/>
          <p:cNvSpPr txBox="1">
            <a:spLocks noGrp="1"/>
          </p:cNvSpPr>
          <p:nvPr>
            <p:ph type="body" idx="23"/>
          </p:nvPr>
        </p:nvSpPr>
        <p:spPr>
          <a:xfrm>
            <a:off x="12261278" y="11520463"/>
            <a:ext cx="5472608" cy="79208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2000" b="0" i="1" u="none" strike="noStrike" cap="none" spc="-5" baseline="0" dirty="0">
                <a:solidFill>
                  <a:schemeClr val="accent3">
                    <a:lumMod val="75000"/>
                  </a:schemeClr>
                </a:solidFill>
                <a:latin typeface="Franklin Gothic Book" panose="020B0503020102020204" pitchFamily="34" charset="0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47" name="Shape 17"/>
          <p:cNvSpPr txBox="1">
            <a:spLocks noGrp="1"/>
          </p:cNvSpPr>
          <p:nvPr>
            <p:ph type="body" idx="24"/>
          </p:nvPr>
        </p:nvSpPr>
        <p:spPr>
          <a:xfrm>
            <a:off x="17907742" y="11520463"/>
            <a:ext cx="5472608" cy="79208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2000" b="0" i="1" u="none" strike="noStrike" cap="none" spc="-5" baseline="0" dirty="0">
                <a:solidFill>
                  <a:schemeClr val="accent3">
                    <a:lumMod val="75000"/>
                  </a:schemeClr>
                </a:solidFill>
                <a:latin typeface="Franklin Gothic Book" panose="020B0503020102020204" pitchFamily="34" charset="0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Рисунок 2"/>
          <p:cNvSpPr>
            <a:spLocks noGrp="1"/>
          </p:cNvSpPr>
          <p:nvPr>
            <p:ph type="pic" idx="20"/>
          </p:nvPr>
        </p:nvSpPr>
        <p:spPr>
          <a:xfrm>
            <a:off x="12371387" y="4084320"/>
            <a:ext cx="5226744" cy="728031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4" name="Рисунок 2"/>
          <p:cNvSpPr>
            <a:spLocks noGrp="1"/>
          </p:cNvSpPr>
          <p:nvPr>
            <p:ph type="pic" idx="21"/>
          </p:nvPr>
        </p:nvSpPr>
        <p:spPr>
          <a:xfrm>
            <a:off x="6720856" y="4084320"/>
            <a:ext cx="5226744" cy="728031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2" name="Рисунок 2"/>
          <p:cNvSpPr>
            <a:spLocks noGrp="1"/>
          </p:cNvSpPr>
          <p:nvPr>
            <p:ph type="pic" idx="19"/>
          </p:nvPr>
        </p:nvSpPr>
        <p:spPr>
          <a:xfrm>
            <a:off x="18017851" y="4084320"/>
            <a:ext cx="5226744" cy="728031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16" name="Shape 16"/>
          <p:cNvSpPr txBox="1">
            <a:spLocks noGrp="1"/>
          </p:cNvSpPr>
          <p:nvPr>
            <p:ph type="title"/>
          </p:nvPr>
        </p:nvSpPr>
        <p:spPr>
          <a:xfrm>
            <a:off x="883251" y="560160"/>
            <a:ext cx="23093252" cy="295232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8500" b="1" i="0" u="none" strike="noStrike" cap="none" baseline="0" dirty="0">
                <a:solidFill>
                  <a:srgbClr val="0072BC"/>
                </a:solidFill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7" name="Shape 17"/>
          <p:cNvSpPr txBox="1">
            <a:spLocks noGrp="1"/>
          </p:cNvSpPr>
          <p:nvPr>
            <p:ph type="body" idx="1"/>
          </p:nvPr>
        </p:nvSpPr>
        <p:spPr>
          <a:xfrm>
            <a:off x="931333" y="3905250"/>
            <a:ext cx="5317067" cy="81873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3200" b="0" i="0" u="none" strike="noStrike" cap="none" spc="-5" baseline="0" dirty="0">
                <a:solidFill>
                  <a:schemeClr val="dk2"/>
                </a:solidFill>
                <a:latin typeface="+mn-lt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8" name="Shape 18"/>
          <p:cNvSpPr txBox="1">
            <a:spLocks noGrp="1"/>
          </p:cNvSpPr>
          <p:nvPr>
            <p:ph type="sldNum" idx="12"/>
          </p:nvPr>
        </p:nvSpPr>
        <p:spPr>
          <a:xfrm>
            <a:off x="22925650" y="12435243"/>
            <a:ext cx="1484726" cy="1049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1" i="0" u="none" strike="noStrike" cap="none" baseline="0" smtClean="0">
                <a:solidFill>
                  <a:srgbClr val="92C5EB"/>
                </a:solidFill>
                <a:latin typeface="Segoe UI" panose="020B0502040204020203" pitchFamily="34" charset="0"/>
                <a:ea typeface="Arial" panose="020B0604020202020204"/>
                <a:cs typeface="Segoe UI" panose="020B0502040204020203" pitchFamily="34" charset="0"/>
                <a:sym typeface="Arial" panose="020B0604020202020204"/>
              </a:defRPr>
            </a:lvl1pPr>
          </a:lstStyle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45" name="Shape 17"/>
          <p:cNvSpPr txBox="1">
            <a:spLocks noGrp="1"/>
          </p:cNvSpPr>
          <p:nvPr>
            <p:ph type="body" idx="22"/>
          </p:nvPr>
        </p:nvSpPr>
        <p:spPr>
          <a:xfrm>
            <a:off x="6610747" y="11520463"/>
            <a:ext cx="5472608" cy="79208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2000" b="0" i="1" u="none" strike="noStrike" cap="none" spc="-5" baseline="0" dirty="0">
                <a:solidFill>
                  <a:schemeClr val="accent3">
                    <a:lumMod val="75000"/>
                  </a:schemeClr>
                </a:solidFill>
                <a:latin typeface="Franklin Gothic Book" panose="020B0503020102020204" pitchFamily="34" charset="0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46" name="Shape 17"/>
          <p:cNvSpPr txBox="1">
            <a:spLocks noGrp="1"/>
          </p:cNvSpPr>
          <p:nvPr>
            <p:ph type="body" idx="23"/>
          </p:nvPr>
        </p:nvSpPr>
        <p:spPr>
          <a:xfrm>
            <a:off x="12261278" y="11520463"/>
            <a:ext cx="5472608" cy="79208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2000" b="0" i="1" u="none" strike="noStrike" cap="none" spc="-5" baseline="0" dirty="0">
                <a:solidFill>
                  <a:schemeClr val="accent3">
                    <a:lumMod val="75000"/>
                  </a:schemeClr>
                </a:solidFill>
                <a:latin typeface="Franklin Gothic Book" panose="020B0503020102020204" pitchFamily="34" charset="0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47" name="Shape 17"/>
          <p:cNvSpPr txBox="1">
            <a:spLocks noGrp="1"/>
          </p:cNvSpPr>
          <p:nvPr>
            <p:ph type="body" idx="24"/>
          </p:nvPr>
        </p:nvSpPr>
        <p:spPr>
          <a:xfrm>
            <a:off x="17907742" y="11520463"/>
            <a:ext cx="5472608" cy="79208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2000" b="0" i="1" u="none" strike="noStrike" cap="none" spc="-5" baseline="0" dirty="0">
                <a:solidFill>
                  <a:schemeClr val="accent3">
                    <a:lumMod val="75000"/>
                  </a:schemeClr>
                </a:solidFill>
                <a:latin typeface="Franklin Gothic Book" panose="020B0503020102020204" pitchFamily="34" charset="0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571388" y="720000"/>
            <a:ext cx="21600000" cy="1440000"/>
          </a:xfrm>
        </p:spPr>
        <p:txBody>
          <a:bodyPr lIns="0" tIns="0" rIns="0" bIns="0"/>
          <a:lstStyle>
            <a:lvl1pPr algn="ctr" fontAlgn="base">
              <a:defRPr sz="64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1403388" y="12628800"/>
            <a:ext cx="5400000" cy="633600"/>
          </a:xfrm>
        </p:spPr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8411388" y="12628800"/>
            <a:ext cx="7920000" cy="633600"/>
          </a:xfrm>
        </p:spPr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5"/>
          <p:cNvSpPr txBox="1">
            <a:spLocks noGrp="1"/>
          </p:cNvSpPr>
          <p:nvPr>
            <p:ph type="title"/>
          </p:nvPr>
        </p:nvSpPr>
        <p:spPr>
          <a:xfrm>
            <a:off x="843437" y="1186742"/>
            <a:ext cx="23055913" cy="152719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1pPr>
            <a:lvl2pPr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2pPr>
            <a:lvl3pPr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3pPr>
            <a:lvl4pPr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4pPr>
            <a:lvl5pPr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5pPr>
            <a:lvl6pPr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6pPr>
            <a:lvl7pPr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7pPr>
            <a:lvl8pPr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8pPr>
            <a:lvl9pPr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843437" y="3073267"/>
            <a:ext cx="23055913" cy="9110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ct val="100000"/>
              <a:defRPr sz="1800">
                <a:solidFill>
                  <a:schemeClr val="dk2"/>
                </a:solidFill>
              </a:defRPr>
            </a:lvl1pPr>
            <a:lvl2pPr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2pPr>
            <a:lvl3pPr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3pPr>
            <a:lvl4pPr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4pPr>
            <a:lvl5pPr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5pPr>
            <a:lvl6pPr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6pPr>
            <a:lvl7pPr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7pPr>
            <a:lvl8pPr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8pPr>
            <a:lvl9pPr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" name="Shape 7"/>
          <p:cNvSpPr txBox="1">
            <a:spLocks noGrp="1"/>
          </p:cNvSpPr>
          <p:nvPr>
            <p:ph type="sldNum" idx="12"/>
          </p:nvPr>
        </p:nvSpPr>
        <p:spPr>
          <a:xfrm>
            <a:off x="22925650" y="12435243"/>
            <a:ext cx="1484726" cy="1049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algn="r"/>
            <a:fld id="{00000000-1234-1234-1234-123412341234}" type="slidenum">
              <a:rPr lang="en-US" sz="2665" smtClean="0">
                <a:solidFill>
                  <a:schemeClr val="dk2"/>
                </a:solidFill>
              </a:rPr>
            </a:fld>
            <a:endParaRPr lang="en-US" sz="2665">
              <a:solidFill>
                <a:schemeClr val="dk2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  <p:hf hdr="0" ftr="0" dt="0"/>
  <p:txStyles>
    <p:title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3735" b="0" i="0" u="none" strike="noStrike" cap="none" baseline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</p:titleStyle>
    <p:body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3735" b="0" i="0" u="none" strike="noStrike" cap="none" baseline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3735" b="0" i="0" u="none" strike="noStrike" cap="none" baseline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3735" b="0" i="0" u="none" strike="noStrike" cap="none" baseline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3735" b="0" i="0" u="none" strike="noStrike" cap="none" baseline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3735" b="0" i="0" u="none" strike="noStrike" cap="none" baseline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3735" b="0" i="0" u="none" strike="noStrike" cap="none" baseline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3735" b="0" i="0" u="none" strike="noStrike" cap="none" baseline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3735" b="0" i="0" u="none" strike="noStrike" cap="none" baseline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3735" b="0" i="0" u="none" strike="noStrike" cap="none" baseline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3735" b="0" i="0" u="none" strike="noStrike" cap="none" baseline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3735" b="0" i="0" u="none" strike="noStrike" cap="none" baseline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3735" b="0" i="0" u="none" strike="noStrike" cap="none" baseline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3735" b="0" i="0" u="none" strike="noStrike" cap="none" baseline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3735" b="0" i="0" u="none" strike="noStrike" cap="none" baseline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3735" b="0" i="0" u="none" strike="noStrike" cap="none" baseline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3735" b="0" i="0" u="none" strike="noStrike" cap="none" baseline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3735" b="0" i="0" u="none" strike="noStrike" cap="none" baseline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3735" b="0" i="0" u="none" strike="noStrike" cap="none" baseline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5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5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одзаголовок 1"/>
          <p:cNvSpPr>
            <a:spLocks noGrp="1"/>
          </p:cNvSpPr>
          <p:nvPr>
            <p:ph type="subTitle" idx="1"/>
          </p:nvPr>
        </p:nvSpPr>
        <p:spPr>
          <a:xfrm>
            <a:off x="11722735" y="11754485"/>
            <a:ext cx="12978130" cy="1567815"/>
          </a:xfrm>
        </p:spPr>
        <p:txBody>
          <a:bodyPr/>
          <a:lstStyle/>
          <a:p>
            <a:r>
              <a:rPr lang="ru-RU" dirty="0" smtClean="0">
                <a:solidFill>
                  <a:schemeClr val="bg1"/>
                </a:solidFill>
              </a:rPr>
              <a:t>Докладчик: Евграфов Михаил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Заголовок 2"/>
          <p:cNvSpPr>
            <a:spLocks noGrp="1"/>
          </p:cNvSpPr>
          <p:nvPr>
            <p:ph type="ctrTitle"/>
          </p:nvPr>
        </p:nvSpPr>
        <p:spPr>
          <a:xfrm>
            <a:off x="2362200" y="5899785"/>
            <a:ext cx="20034250" cy="191643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ru-RU" sz="9600" dirty="0">
                <a:solidFill>
                  <a:schemeClr val="bg1"/>
                </a:solidFill>
              </a:rPr>
              <a:t>Исключения</a:t>
            </a:r>
            <a:endParaRPr lang="ru-RU" sz="9600" dirty="0">
              <a:solidFill>
                <a:schemeClr val="bg1"/>
              </a:solidFill>
            </a:endParaRP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28371" y="1025352"/>
            <a:ext cx="2437777" cy="738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Shape 113"/>
          <p:cNvSpPr txBox="1">
            <a:spLocks noGrp="1"/>
          </p:cNvSpPr>
          <p:nvPr>
            <p:ph type="title"/>
          </p:nvPr>
        </p:nvSpPr>
        <p:spPr>
          <a:xfrm>
            <a:off x="3513455" y="4050030"/>
            <a:ext cx="18225770" cy="2795905"/>
          </a:xfrm>
          <a:prstGeom prst="rect">
            <a:avLst/>
          </a:prstGeom>
        </p:spPr>
        <p:txBody>
          <a:bodyPr lIns="243800" tIns="243800" rIns="243800" bIns="243800" anchor="ctr" anchorCtr="0">
            <a:noAutofit/>
          </a:bodyPr>
          <a:lstStyle/>
          <a:p>
            <a:pPr algn="ctr"/>
            <a:r>
              <a:rPr lang="ru-RU" sz="8535" dirty="0" smtClean="0">
                <a:solidFill>
                  <a:schemeClr val="bg1"/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Исключения</a:t>
            </a:r>
            <a:endParaRPr lang="ru-RU" sz="8535" dirty="0" smtClean="0">
              <a:solidFill>
                <a:schemeClr val="bg1"/>
              </a:solidFill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2" name="Номер слайда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sz="28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fld>
            <a:endParaRPr lang="en-US" sz="2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7" name="Picture 3" descr="C:\Users\Давыдовы\dwhelper\_ФРИЛАНС\МФТИ\Преза ОИ\logo_whit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92603" y="1025352"/>
            <a:ext cx="2016029" cy="731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Группа 2"/>
          <p:cNvGrpSpPr/>
          <p:nvPr/>
        </p:nvGrpSpPr>
        <p:grpSpPr>
          <a:xfrm>
            <a:off x="1137920" y="12258675"/>
            <a:ext cx="1107378" cy="297180"/>
            <a:chOff x="658813" y="5548708"/>
            <a:chExt cx="712787" cy="189326"/>
          </a:xfrm>
        </p:grpSpPr>
        <p:sp>
          <p:nvSpPr>
            <p:cNvPr id="4" name="Овал 3"/>
            <p:cNvSpPr/>
            <p:nvPr/>
          </p:nvSpPr>
          <p:spPr>
            <a:xfrm>
              <a:off x="658813" y="5548708"/>
              <a:ext cx="189326" cy="189326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ru-RU"/>
            </a:p>
          </p:txBody>
        </p:sp>
        <p:sp>
          <p:nvSpPr>
            <p:cNvPr id="5" name="Овал 4"/>
            <p:cNvSpPr/>
            <p:nvPr/>
          </p:nvSpPr>
          <p:spPr>
            <a:xfrm>
              <a:off x="1182274" y="5548708"/>
              <a:ext cx="189326" cy="18932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ru-RU"/>
            </a:p>
          </p:txBody>
        </p:sp>
      </p:grpSp>
      <p:sp>
        <p:nvSpPr>
          <p:cNvPr id="6" name="Овал 5"/>
          <p:cNvSpPr/>
          <p:nvPr/>
        </p:nvSpPr>
        <p:spPr>
          <a:xfrm>
            <a:off x="2722053" y="12258675"/>
            <a:ext cx="294135" cy="29718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21881465" cy="1755140"/>
          </a:xfrm>
        </p:spPr>
        <p:txBody>
          <a:bodyPr/>
          <a:lstStyle/>
          <a:p>
            <a:r>
              <a:rPr 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Примеры исключений</a:t>
            </a:r>
            <a:endParaRPr 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110" y="2393315"/>
            <a:ext cx="16697325" cy="95218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</a:t>
            </a:r>
            <a:r>
              <a:rPr lang="ru-RU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пример синтаксической ошибки</a:t>
            </a:r>
            <a:endParaRPr lang="en-US" altLang="ru-RU"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num</a:t>
            </a: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5</a:t>
            </a:r>
            <a:endParaRPr lang="en-US" altLang="ru-RU"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if</a:t>
            </a: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num</a:t>
            </a: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 % </a:t>
            </a: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2</a:t>
            </a: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 == </a:t>
            </a: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1</a:t>
            </a: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"number is odd"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...</a:t>
            </a:r>
            <a:endParaRPr lang="en-US" altLang="ru-RU"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SyntaxError</a:t>
            </a: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: invalid syntax</a:t>
            </a:r>
            <a:endParaRPr lang="en-US" altLang="ru-RU"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en-US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</a:t>
            </a:r>
            <a:r>
              <a:rPr lang="ru-RU" altLang="en-US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пример логической ошибки</a:t>
            </a:r>
            <a:endParaRPr lang="en-US" altLang="en-US"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en-US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division</a:t>
            </a:r>
            <a:r>
              <a:rPr lang="en-US" altLang="en-US" sz="6000"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en-US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num</a:t>
            </a:r>
            <a:r>
              <a:rPr lang="en-US" altLang="en-US" sz="6000">
                <a:latin typeface="Consolas" panose="020B0609020204030204" charset="0"/>
                <a:cs typeface="Consolas" panose="020B0609020204030204" charset="0"/>
              </a:rPr>
              <a:t> / </a:t>
            </a:r>
            <a:r>
              <a:rPr lang="en-US" altLang="en-US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0</a:t>
            </a:r>
            <a:endParaRPr lang="en-US" altLang="en-US"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en-US" sz="6000">
                <a:latin typeface="Consolas" panose="020B0609020204030204" charset="0"/>
                <a:cs typeface="Consolas" panose="020B0609020204030204" charset="0"/>
              </a:rPr>
              <a:t>...</a:t>
            </a:r>
            <a:endParaRPr lang="en-US" altLang="en-US"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en-US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ZeroDivisionError</a:t>
            </a:r>
            <a:r>
              <a:rPr lang="en-US" altLang="en-US" sz="6000">
                <a:latin typeface="Consolas" panose="020B0609020204030204" charset="0"/>
                <a:cs typeface="Consolas" panose="020B0609020204030204" charset="0"/>
              </a:rPr>
              <a:t>: division by zero</a:t>
            </a:r>
            <a:endParaRPr lang="en-US" altLang="en-US" sz="6000"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21881465" cy="1755140"/>
          </a:xfrm>
        </p:spPr>
        <p:txBody>
          <a:bodyPr/>
          <a:lstStyle/>
          <a:p>
            <a:r>
              <a:rPr 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Иерархия исключений</a:t>
            </a:r>
            <a:endParaRPr 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3" name="Скругленный прямоугольник 2"/>
          <p:cNvSpPr/>
          <p:nvPr/>
        </p:nvSpPr>
        <p:spPr>
          <a:xfrm>
            <a:off x="9923145" y="5922010"/>
            <a:ext cx="5611495" cy="216027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4400">
                <a:latin typeface="Arial Black" panose="020B0A04020102020204" pitchFamily="34" charset="0"/>
                <a:cs typeface="Arial Black" panose="020B0A04020102020204" pitchFamily="34" charset="0"/>
              </a:rPr>
              <a:t>BaseException</a:t>
            </a:r>
            <a:endParaRPr lang="en-US" altLang="en-US" sz="4400"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9066530" y="9882505"/>
            <a:ext cx="7324725" cy="216027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4400">
                <a:latin typeface="Arial Black" panose="020B0A04020102020204" pitchFamily="34" charset="0"/>
                <a:cs typeface="Arial Black" panose="020B0A04020102020204" pitchFamily="34" charset="0"/>
              </a:rPr>
              <a:t>BaseExceptionGroup</a:t>
            </a:r>
            <a:endParaRPr lang="en-US" altLang="en-US" sz="4400"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1569720" y="7506335"/>
            <a:ext cx="5136515" cy="216027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4400">
                <a:latin typeface="Arial Black" panose="020B0A04020102020204" pitchFamily="34" charset="0"/>
                <a:cs typeface="Arial Black" panose="020B0A04020102020204" pitchFamily="34" charset="0"/>
              </a:rPr>
              <a:t>GeneratorExit</a:t>
            </a:r>
            <a:endParaRPr lang="en-US" altLang="en-US" sz="4400"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4162425" y="2465705"/>
            <a:ext cx="6303010" cy="216027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4400">
                <a:latin typeface="Arial Black" panose="020B0A04020102020204" pitchFamily="34" charset="0"/>
                <a:cs typeface="Arial Black" panose="020B0A04020102020204" pitchFamily="34" charset="0"/>
              </a:rPr>
              <a:t>KeyboardInterrupt</a:t>
            </a:r>
            <a:endParaRPr lang="en-US" altLang="en-US" sz="4400"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9" name="Скругленный прямоугольник 8"/>
          <p:cNvSpPr/>
          <p:nvPr/>
        </p:nvSpPr>
        <p:spPr>
          <a:xfrm>
            <a:off x="15395575" y="2465705"/>
            <a:ext cx="4773930" cy="216027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4400">
                <a:latin typeface="Arial Black" panose="020B0A04020102020204" pitchFamily="34" charset="0"/>
                <a:cs typeface="Arial Black" panose="020B0A04020102020204" pitchFamily="34" charset="0"/>
              </a:rPr>
              <a:t>SystemExit</a:t>
            </a:r>
            <a:endParaRPr lang="en-US" altLang="en-US" sz="4400"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10" name="Скругленный прямоугольник 9"/>
          <p:cNvSpPr/>
          <p:nvPr/>
        </p:nvSpPr>
        <p:spPr>
          <a:xfrm>
            <a:off x="19356070" y="7501255"/>
            <a:ext cx="4318000" cy="216027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4400">
                <a:latin typeface="Arial Black" panose="020B0A04020102020204" pitchFamily="34" charset="0"/>
                <a:cs typeface="Arial Black" panose="020B0A04020102020204" pitchFamily="34" charset="0"/>
              </a:rPr>
              <a:t>Exception</a:t>
            </a:r>
            <a:endParaRPr lang="en-US" altLang="en-US" sz="4400"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cxnSp>
        <p:nvCxnSpPr>
          <p:cNvPr id="11" name="Прямая со стрелкой 10"/>
          <p:cNvCxnSpPr>
            <a:stCxn id="3" idx="2"/>
            <a:endCxn id="5" idx="0"/>
          </p:cNvCxnSpPr>
          <p:nvPr/>
        </p:nvCxnSpPr>
        <p:spPr>
          <a:xfrm>
            <a:off x="12729210" y="8082280"/>
            <a:ext cx="0" cy="1800225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Прямая со стрелкой 11"/>
          <p:cNvCxnSpPr>
            <a:endCxn id="7" idx="3"/>
          </p:cNvCxnSpPr>
          <p:nvPr/>
        </p:nvCxnSpPr>
        <p:spPr>
          <a:xfrm flipH="1">
            <a:off x="6706235" y="7938135"/>
            <a:ext cx="3288665" cy="648335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Прямая со стрелкой 12"/>
          <p:cNvCxnSpPr>
            <a:endCxn id="8" idx="2"/>
          </p:cNvCxnSpPr>
          <p:nvPr/>
        </p:nvCxnSpPr>
        <p:spPr>
          <a:xfrm flipH="1" flipV="1">
            <a:off x="7313930" y="4625975"/>
            <a:ext cx="2752725" cy="136779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Прямая со стрелкой 13"/>
          <p:cNvCxnSpPr/>
          <p:nvPr/>
        </p:nvCxnSpPr>
        <p:spPr>
          <a:xfrm flipV="1">
            <a:off x="15395575" y="4625975"/>
            <a:ext cx="2386965" cy="136779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Прямая со стрелкой 14"/>
          <p:cNvCxnSpPr>
            <a:endCxn id="10" idx="1"/>
          </p:cNvCxnSpPr>
          <p:nvPr/>
        </p:nvCxnSpPr>
        <p:spPr>
          <a:xfrm>
            <a:off x="15467330" y="7938135"/>
            <a:ext cx="3888740" cy="643255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0" grpId="0" animBg="1"/>
      <p:bldP spid="10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21881465" cy="1755140"/>
          </a:xfrm>
        </p:spPr>
        <p:txBody>
          <a:bodyPr/>
          <a:lstStyle/>
          <a:p>
            <a:r>
              <a:rPr 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Иерархия исключений</a:t>
            </a:r>
            <a:endParaRPr 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3" name="Скругленный прямоугольник 2"/>
          <p:cNvSpPr/>
          <p:nvPr/>
        </p:nvSpPr>
        <p:spPr>
          <a:xfrm>
            <a:off x="9923145" y="5922010"/>
            <a:ext cx="5611495" cy="216027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4400">
                <a:latin typeface="Arial Black" panose="020B0A04020102020204" pitchFamily="34" charset="0"/>
                <a:cs typeface="Arial Black" panose="020B0A04020102020204" pitchFamily="34" charset="0"/>
              </a:rPr>
              <a:t>BaseException</a:t>
            </a:r>
            <a:endParaRPr lang="en-US" altLang="en-US" sz="4400"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9066530" y="9882505"/>
            <a:ext cx="7324725" cy="216027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4400">
                <a:latin typeface="Arial Black" panose="020B0A04020102020204" pitchFamily="34" charset="0"/>
                <a:cs typeface="Arial Black" panose="020B0A04020102020204" pitchFamily="34" charset="0"/>
              </a:rPr>
              <a:t>BaseExceptionGroup</a:t>
            </a:r>
            <a:endParaRPr lang="en-US" altLang="en-US" sz="4400"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1569720" y="7506335"/>
            <a:ext cx="5136515" cy="216027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4400">
                <a:latin typeface="Arial Black" panose="020B0A04020102020204" pitchFamily="34" charset="0"/>
                <a:cs typeface="Arial Black" panose="020B0A04020102020204" pitchFamily="34" charset="0"/>
              </a:rPr>
              <a:t>GeneratorExit</a:t>
            </a:r>
            <a:endParaRPr lang="en-US" altLang="en-US" sz="4400"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4162425" y="2465705"/>
            <a:ext cx="6303010" cy="216027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4400">
                <a:latin typeface="Arial Black" panose="020B0A04020102020204" pitchFamily="34" charset="0"/>
                <a:cs typeface="Arial Black" panose="020B0A04020102020204" pitchFamily="34" charset="0"/>
              </a:rPr>
              <a:t>KeyboardInterrupt</a:t>
            </a:r>
            <a:endParaRPr lang="en-US" altLang="en-US" sz="4400"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9" name="Скругленный прямоугольник 8"/>
          <p:cNvSpPr/>
          <p:nvPr/>
        </p:nvSpPr>
        <p:spPr>
          <a:xfrm>
            <a:off x="15395575" y="2465705"/>
            <a:ext cx="4773930" cy="216027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4400">
                <a:latin typeface="Arial Black" panose="020B0A04020102020204" pitchFamily="34" charset="0"/>
                <a:cs typeface="Arial Black" panose="020B0A04020102020204" pitchFamily="34" charset="0"/>
              </a:rPr>
              <a:t>SystemExit</a:t>
            </a:r>
            <a:endParaRPr lang="en-US" altLang="en-US" sz="4400"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10" name="Скругленный прямоугольник 9"/>
          <p:cNvSpPr/>
          <p:nvPr/>
        </p:nvSpPr>
        <p:spPr>
          <a:xfrm>
            <a:off x="19356070" y="7501255"/>
            <a:ext cx="4318000" cy="216027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4400">
                <a:latin typeface="Arial Black" panose="020B0A04020102020204" pitchFamily="34" charset="0"/>
                <a:cs typeface="Arial Black" panose="020B0A04020102020204" pitchFamily="34" charset="0"/>
              </a:rPr>
              <a:t>Exception</a:t>
            </a:r>
            <a:endParaRPr lang="en-US" altLang="en-US" sz="4400"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cxnSp>
        <p:nvCxnSpPr>
          <p:cNvPr id="11" name="Прямая со стрелкой 10"/>
          <p:cNvCxnSpPr>
            <a:stCxn id="3" idx="2"/>
            <a:endCxn id="5" idx="0"/>
          </p:cNvCxnSpPr>
          <p:nvPr/>
        </p:nvCxnSpPr>
        <p:spPr>
          <a:xfrm>
            <a:off x="12729210" y="8082280"/>
            <a:ext cx="0" cy="1800225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Прямая со стрелкой 11"/>
          <p:cNvCxnSpPr>
            <a:endCxn id="7" idx="3"/>
          </p:cNvCxnSpPr>
          <p:nvPr/>
        </p:nvCxnSpPr>
        <p:spPr>
          <a:xfrm flipH="1">
            <a:off x="6706235" y="7938135"/>
            <a:ext cx="3288665" cy="648335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Прямая со стрелкой 12"/>
          <p:cNvCxnSpPr>
            <a:endCxn id="8" idx="2"/>
          </p:cNvCxnSpPr>
          <p:nvPr/>
        </p:nvCxnSpPr>
        <p:spPr>
          <a:xfrm flipH="1" flipV="1">
            <a:off x="7313930" y="4625975"/>
            <a:ext cx="2752725" cy="136779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Прямая со стрелкой 13"/>
          <p:cNvCxnSpPr/>
          <p:nvPr/>
        </p:nvCxnSpPr>
        <p:spPr>
          <a:xfrm flipV="1">
            <a:off x="15395575" y="4625975"/>
            <a:ext cx="2386965" cy="136779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Прямая со стрелкой 14"/>
          <p:cNvCxnSpPr>
            <a:endCxn id="10" idx="1"/>
          </p:cNvCxnSpPr>
          <p:nvPr/>
        </p:nvCxnSpPr>
        <p:spPr>
          <a:xfrm>
            <a:off x="15467330" y="7938135"/>
            <a:ext cx="3888740" cy="643255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5588615" cy="1755140"/>
          </a:xfrm>
        </p:spPr>
        <p:txBody>
          <a:bodyPr/>
          <a:lstStyle/>
          <a:p>
            <a:r>
              <a:rPr lang="en-US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try-except</a:t>
            </a:r>
            <a:endParaRPr lang="en-US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1209675" y="2969895"/>
            <a:ext cx="10504170" cy="86366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en-US" sz="6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while</a:t>
            </a:r>
            <a:r>
              <a:rPr lang="en-US" altLang="en-US" sz="60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True</a:t>
            </a:r>
            <a:r>
              <a:rPr lang="en-US" altLang="en-US" sz="6000"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en-US"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en-US" sz="60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en-US" sz="6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try</a:t>
            </a:r>
            <a:r>
              <a:rPr lang="en-US" altLang="en-US" sz="6000"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en-US"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en-US" sz="6000">
                <a:latin typeface="Consolas" panose="020B0609020204030204" charset="0"/>
                <a:cs typeface="Consolas" panose="020B0609020204030204" charset="0"/>
              </a:rPr>
              <a:t>        ...</a:t>
            </a:r>
            <a:endParaRPr lang="en-US" altLang="en-US"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en-US" sz="6000">
                <a:latin typeface="Consolas" panose="020B0609020204030204" charset="0"/>
                <a:cs typeface="Consolas" panose="020B0609020204030204" charset="0"/>
              </a:rPr>
              <a:t>        ...</a:t>
            </a:r>
            <a:endParaRPr lang="en-US" altLang="en-US"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en-US"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en-US" sz="60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en-US" sz="6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except</a:t>
            </a:r>
            <a:r>
              <a:rPr lang="en-US" altLang="en-US" sz="6000"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en-US"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en-US" sz="6000"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...</a:t>
            </a:r>
            <a:endParaRPr lang="en-US" altLang="en-US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...</a:t>
            </a:r>
            <a:endParaRPr lang="en-US" altLang="en-US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7" name="Текстовое поле 6"/>
          <p:cNvSpPr txBox="1"/>
          <p:nvPr/>
        </p:nvSpPr>
        <p:spPr>
          <a:xfrm>
            <a:off x="13019405" y="5273675"/>
            <a:ext cx="360299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ru-RU" sz="5400">
                <a:solidFill>
                  <a:schemeClr val="accent1"/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try-</a:t>
            </a:r>
            <a:r>
              <a:rPr lang="ru-RU" altLang="ru-RU" sz="5400">
                <a:solidFill>
                  <a:schemeClr val="accent1"/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блок</a:t>
            </a:r>
            <a:endParaRPr lang="ru-RU" altLang="ru-RU" sz="5400">
              <a:solidFill>
                <a:schemeClr val="accent1"/>
              </a:solidFill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8" name="Текстовое поле 7"/>
          <p:cNvSpPr txBox="1"/>
          <p:nvPr/>
        </p:nvSpPr>
        <p:spPr>
          <a:xfrm>
            <a:off x="13000355" y="8514080"/>
            <a:ext cx="886968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ru-RU" sz="5400">
                <a:solidFill>
                  <a:schemeClr val="accent1"/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except-</a:t>
            </a:r>
            <a:r>
              <a:rPr lang="ru-RU" altLang="ru-RU" sz="5400">
                <a:solidFill>
                  <a:schemeClr val="accent1"/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блок</a:t>
            </a:r>
            <a:r>
              <a:rPr lang="en-US" altLang="ru-RU" sz="5400">
                <a:solidFill>
                  <a:schemeClr val="accent1"/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 / </a:t>
            </a:r>
            <a:endParaRPr lang="en-US" altLang="ru-RU" sz="5400">
              <a:solidFill>
                <a:schemeClr val="accent1"/>
              </a:solidFill>
              <a:latin typeface="Arial Black" panose="020B0A04020102020204" pitchFamily="34" charset="0"/>
              <a:cs typeface="Arial Black" panose="020B0A04020102020204" pitchFamily="34" charset="0"/>
            </a:endParaRPr>
          </a:p>
          <a:p>
            <a:r>
              <a:rPr lang="ru-RU" altLang="ru-RU" sz="5400">
                <a:solidFill>
                  <a:schemeClr val="accent1"/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обработчик ошибок</a:t>
            </a:r>
            <a:endParaRPr lang="ru-RU" altLang="ru-RU" sz="5400">
              <a:solidFill>
                <a:schemeClr val="accent1"/>
              </a:solidFill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9" name="Правая фигурная скобка 8"/>
          <p:cNvSpPr/>
          <p:nvPr/>
        </p:nvSpPr>
        <p:spPr>
          <a:xfrm>
            <a:off x="12011025" y="4841875"/>
            <a:ext cx="692150" cy="1961515"/>
          </a:xfrm>
          <a:prstGeom prst="rightBrace">
            <a:avLst>
              <a:gd name="adj1" fmla="val 37460"/>
              <a:gd name="adj2" fmla="val 49221"/>
            </a:avLst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11" name="Правая фигурная скобка 10"/>
          <p:cNvSpPr/>
          <p:nvPr/>
        </p:nvSpPr>
        <p:spPr>
          <a:xfrm>
            <a:off x="12011025" y="8442325"/>
            <a:ext cx="692150" cy="1961515"/>
          </a:xfrm>
          <a:prstGeom prst="rightBrace">
            <a:avLst>
              <a:gd name="adj1" fmla="val 37460"/>
              <a:gd name="adj2" fmla="val 49221"/>
            </a:avLst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ru-RU" altLang="en-US"/>
          </a:p>
        </p:txBody>
      </p:sp>
      <p:pic>
        <p:nvPicPr>
          <p:cNvPr id="115" name="Изображение 114"/>
          <p:cNvPicPr/>
          <p:nvPr/>
        </p:nvPicPr>
        <p:blipFill>
          <a:blip r:embed="rId1"/>
          <a:stretch>
            <a:fillRect/>
          </a:stretch>
        </p:blipFill>
        <p:spPr>
          <a:xfrm>
            <a:off x="2794000" y="6803390"/>
            <a:ext cx="2822575" cy="252158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 animBg="1"/>
      <p:bldP spid="7" grpId="1"/>
      <p:bldP spid="9" grpId="1" animBg="1"/>
      <p:bldP spid="11" grpId="0" animBg="1"/>
      <p:bldP spid="8" grpId="0"/>
      <p:bldP spid="11" grpId="1" animBg="1"/>
      <p:bldP spid="8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7988915" cy="1755140"/>
          </a:xfrm>
        </p:spPr>
        <p:txBody>
          <a:bodyPr/>
          <a:lstStyle/>
          <a:p>
            <a:r>
              <a:rPr lang="ru-RU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Отсутствие исключения</a:t>
            </a:r>
            <a:endParaRPr lang="ru-RU" altLang="en-US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110" y="2681605"/>
            <a:ext cx="19139535" cy="7785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input -&gt; 5</a:t>
            </a:r>
            <a:endParaRPr altLang="en-US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altLang="en-US" sz="6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try</a:t>
            </a:r>
            <a:r>
              <a:rPr alt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altLang="en-US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alt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altLang="en-US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input_value</a:t>
            </a:r>
            <a:r>
              <a:rPr alt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altLang="en-US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input</a:t>
            </a:r>
            <a:r>
              <a:rPr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altLang="en-US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"Enter a number: "</a:t>
            </a:r>
            <a:r>
              <a:rPr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altLang="en-US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alt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altLang="en-US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number</a:t>
            </a:r>
            <a:r>
              <a:rPr alt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altLang="en-US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int</a:t>
            </a:r>
            <a:r>
              <a:rPr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altLang="en-US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input_value</a:t>
            </a:r>
            <a:r>
              <a:rPr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endParaRPr altLang="en-US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alt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altLang="en-US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result</a:t>
            </a:r>
            <a:r>
              <a:rPr alt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altLang="en-US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10</a:t>
            </a:r>
            <a:r>
              <a:rPr alt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/ </a:t>
            </a:r>
            <a:r>
              <a:rPr altLang="en-US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number</a:t>
            </a:r>
            <a:endParaRPr altLang="en-US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alt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altLang="en-US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(f</a:t>
            </a:r>
            <a:r>
              <a:rPr altLang="en-US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{</a:t>
            </a:r>
            <a:r>
              <a:rPr altLang="en-US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result</a:t>
            </a:r>
            <a:r>
              <a:rPr alt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}</a:t>
            </a:r>
            <a:r>
              <a:rPr altLang="en-US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altLang="en-US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altLang="en-US" sz="6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except</a:t>
            </a:r>
            <a:r>
              <a:rPr alt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altLang="en-US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ValueError</a:t>
            </a:r>
            <a:r>
              <a:rPr alt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altLang="en-US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alt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altLang="en-US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(f</a:t>
            </a:r>
            <a:r>
              <a:rPr altLang="en-US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"input is </a:t>
            </a:r>
            <a:r>
              <a:rPr lang="en-US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</a:t>
            </a:r>
            <a:r>
              <a:rPr altLang="en-US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valid:</a:t>
            </a:r>
            <a:r>
              <a:rPr alt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{</a:t>
            </a:r>
            <a:r>
              <a:rPr altLang="en-US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input_value</a:t>
            </a:r>
            <a:r>
              <a:rPr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}</a:t>
            </a:r>
            <a:r>
              <a:rPr altLang="en-US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cxnSp>
        <p:nvCxnSpPr>
          <p:cNvPr id="5" name="Прямая со стрелкой 4"/>
          <p:cNvCxnSpPr/>
          <p:nvPr/>
        </p:nvCxnSpPr>
        <p:spPr>
          <a:xfrm flipH="1">
            <a:off x="20796250" y="5129530"/>
            <a:ext cx="1656080" cy="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7988915" cy="1755140"/>
          </a:xfrm>
        </p:spPr>
        <p:txBody>
          <a:bodyPr/>
          <a:lstStyle/>
          <a:p>
            <a:r>
              <a:rPr lang="ru-RU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Отсутствие исключения</a:t>
            </a:r>
            <a:endParaRPr lang="ru-RU" altLang="en-US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110" y="2681605"/>
            <a:ext cx="19139535" cy="7785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input -&gt; 5</a:t>
            </a:r>
            <a:endParaRPr altLang="en-US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altLang="en-US" sz="6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try</a:t>
            </a:r>
            <a:r>
              <a:rPr alt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altLang="en-US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alt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altLang="en-US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input_value</a:t>
            </a:r>
            <a:r>
              <a:rPr alt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altLang="en-US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input</a:t>
            </a:r>
            <a:r>
              <a:rPr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altLang="en-US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"Enter a number: "</a:t>
            </a:r>
            <a:r>
              <a:rPr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altLang="en-US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alt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altLang="en-US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number</a:t>
            </a:r>
            <a:r>
              <a:rPr alt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altLang="en-US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int</a:t>
            </a:r>
            <a:r>
              <a:rPr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altLang="en-US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input_value</a:t>
            </a:r>
            <a:r>
              <a:rPr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endParaRPr altLang="en-US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alt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altLang="en-US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result</a:t>
            </a:r>
            <a:r>
              <a:rPr alt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altLang="en-US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10</a:t>
            </a:r>
            <a:r>
              <a:rPr alt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/ </a:t>
            </a:r>
            <a:r>
              <a:rPr altLang="en-US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number</a:t>
            </a:r>
            <a:endParaRPr altLang="en-US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alt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altLang="en-US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(f</a:t>
            </a:r>
            <a:r>
              <a:rPr altLang="en-US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{</a:t>
            </a:r>
            <a:r>
              <a:rPr altLang="en-US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result</a:t>
            </a:r>
            <a:r>
              <a:rPr alt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}</a:t>
            </a:r>
            <a:r>
              <a:rPr altLang="en-US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altLang="en-US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altLang="en-US" sz="6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except</a:t>
            </a:r>
            <a:r>
              <a:rPr alt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altLang="en-US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ValueError</a:t>
            </a:r>
            <a:r>
              <a:rPr alt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altLang="en-US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alt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altLang="en-US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(f</a:t>
            </a:r>
            <a:r>
              <a:rPr altLang="en-US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"input is </a:t>
            </a:r>
            <a:r>
              <a:rPr lang="en-US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</a:t>
            </a:r>
            <a:r>
              <a:rPr altLang="en-US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valid:</a:t>
            </a:r>
            <a:r>
              <a:rPr alt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{</a:t>
            </a:r>
            <a:r>
              <a:rPr altLang="en-US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input_value</a:t>
            </a:r>
            <a:r>
              <a:rPr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}</a:t>
            </a:r>
            <a:r>
              <a:rPr altLang="en-US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cxnSp>
        <p:nvCxnSpPr>
          <p:cNvPr id="5" name="Прямая со стрелкой 4"/>
          <p:cNvCxnSpPr/>
          <p:nvPr/>
        </p:nvCxnSpPr>
        <p:spPr>
          <a:xfrm flipH="1">
            <a:off x="20796250" y="6929755"/>
            <a:ext cx="1656080" cy="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" name="Прямая со стрелкой 2"/>
          <p:cNvCxnSpPr/>
          <p:nvPr/>
        </p:nvCxnSpPr>
        <p:spPr>
          <a:xfrm flipH="1">
            <a:off x="20796250" y="6065520"/>
            <a:ext cx="1656080" cy="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Текстовое поле 6"/>
          <p:cNvSpPr txBox="1"/>
          <p:nvPr/>
        </p:nvSpPr>
        <p:spPr>
          <a:xfrm>
            <a:off x="13739495" y="5417820"/>
            <a:ext cx="21031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US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OK</a:t>
            </a:r>
            <a:endParaRPr lang="en-US" altLang="en-US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8" name="Текстовое поле 7"/>
          <p:cNvSpPr txBox="1"/>
          <p:nvPr/>
        </p:nvSpPr>
        <p:spPr>
          <a:xfrm>
            <a:off x="11650980" y="6350635"/>
            <a:ext cx="21031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US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OK</a:t>
            </a:r>
            <a:endParaRPr lang="en-US" altLang="en-US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  <p:bldP spid="8" grpId="0"/>
      <p:bldP spid="8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7988915" cy="1755140"/>
          </a:xfrm>
        </p:spPr>
        <p:txBody>
          <a:bodyPr/>
          <a:lstStyle/>
          <a:p>
            <a:r>
              <a:rPr lang="ru-RU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Отсутствие исключения</a:t>
            </a:r>
            <a:endParaRPr lang="ru-RU" altLang="en-US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110" y="2681605"/>
            <a:ext cx="19139535" cy="88207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input -&gt; 5</a:t>
            </a:r>
            <a:endParaRPr altLang="en-US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altLang="en-US" sz="6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try</a:t>
            </a:r>
            <a:r>
              <a:rPr alt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altLang="en-US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alt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altLang="en-US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input_value</a:t>
            </a:r>
            <a:r>
              <a:rPr alt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altLang="en-US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input</a:t>
            </a:r>
            <a:r>
              <a:rPr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altLang="en-US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"Enter a number: "</a:t>
            </a:r>
            <a:r>
              <a:rPr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altLang="en-US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alt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altLang="en-US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number</a:t>
            </a:r>
            <a:r>
              <a:rPr alt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altLang="en-US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int</a:t>
            </a:r>
            <a:r>
              <a:rPr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altLang="en-US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input_value</a:t>
            </a:r>
            <a:r>
              <a:rPr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altLang="en-US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alt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altLang="en-US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result</a:t>
            </a:r>
            <a:r>
              <a:rPr alt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altLang="en-US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10</a:t>
            </a:r>
            <a:r>
              <a:rPr alt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/ </a:t>
            </a:r>
            <a:r>
              <a:rPr altLang="en-US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number</a:t>
            </a:r>
            <a:endParaRPr altLang="en-US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alt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altLang="en-US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(f</a:t>
            </a:r>
            <a:r>
              <a:rPr altLang="en-US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{</a:t>
            </a:r>
            <a:r>
              <a:rPr altLang="en-US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result</a:t>
            </a:r>
            <a:r>
              <a:rPr alt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}</a:t>
            </a:r>
            <a:r>
              <a:rPr altLang="en-US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altLang="en-US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altLang="en-US" sz="6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except</a:t>
            </a:r>
            <a:r>
              <a:rPr alt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altLang="en-US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ValueError</a:t>
            </a:r>
            <a:r>
              <a:rPr alt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altLang="en-US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alt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altLang="en-US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(f</a:t>
            </a:r>
            <a:r>
              <a:rPr altLang="en-US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"input is </a:t>
            </a:r>
            <a:r>
              <a:rPr lang="en-US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</a:t>
            </a:r>
            <a:r>
              <a:rPr altLang="en-US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valid:</a:t>
            </a:r>
            <a:r>
              <a:rPr alt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{</a:t>
            </a:r>
            <a:r>
              <a:rPr altLang="en-US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input_value</a:t>
            </a:r>
            <a:r>
              <a:rPr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}</a:t>
            </a:r>
            <a:r>
              <a:rPr altLang="en-US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altLang="en-US" sz="60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result = 2.0</a:t>
            </a:r>
            <a:endParaRPr lang="en-US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cxnSp>
        <p:nvCxnSpPr>
          <p:cNvPr id="5" name="Прямая со стрелкой 4"/>
          <p:cNvCxnSpPr/>
          <p:nvPr/>
        </p:nvCxnSpPr>
        <p:spPr>
          <a:xfrm flipH="1">
            <a:off x="20868005" y="11394440"/>
            <a:ext cx="1656080" cy="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" name="Прямая со стрелкой 2"/>
          <p:cNvCxnSpPr/>
          <p:nvPr/>
        </p:nvCxnSpPr>
        <p:spPr>
          <a:xfrm flipH="1">
            <a:off x="20796250" y="7938135"/>
            <a:ext cx="1656080" cy="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Текстовое поле 8"/>
          <p:cNvSpPr txBox="1"/>
          <p:nvPr/>
        </p:nvSpPr>
        <p:spPr>
          <a:xfrm>
            <a:off x="13739495" y="5417820"/>
            <a:ext cx="21031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US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OK</a:t>
            </a:r>
            <a:endParaRPr lang="en-US" altLang="en-US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10" name="Текстовое поле 9"/>
          <p:cNvSpPr txBox="1"/>
          <p:nvPr/>
        </p:nvSpPr>
        <p:spPr>
          <a:xfrm>
            <a:off x="11650980" y="6350635"/>
            <a:ext cx="21031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US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OK</a:t>
            </a:r>
            <a:endParaRPr lang="en-US" altLang="en-US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9174460" cy="1755140"/>
          </a:xfrm>
        </p:spPr>
        <p:txBody>
          <a:bodyPr/>
          <a:lstStyle/>
          <a:p>
            <a:r>
              <a:rPr lang="ru-RU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Обрабатываемое исключение</a:t>
            </a:r>
            <a:endParaRPr lang="ru-RU" altLang="en-US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110" y="2681605"/>
            <a:ext cx="19139535" cy="7785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input -&gt; </a:t>
            </a:r>
            <a:r>
              <a:rPr altLang="en-US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"</a:t>
            </a:r>
            <a:r>
              <a:rPr lang="en-US" altLang="en-US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string</a:t>
            </a:r>
            <a:r>
              <a:rPr altLang="en-US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"</a:t>
            </a:r>
            <a:endParaRPr altLang="en-US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altLang="en-US" sz="6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try</a:t>
            </a:r>
            <a:r>
              <a:rPr alt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altLang="en-US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alt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altLang="en-US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input_value</a:t>
            </a:r>
            <a:r>
              <a:rPr alt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altLang="en-US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input</a:t>
            </a:r>
            <a:r>
              <a:rPr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altLang="en-US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"Enter a number: "</a:t>
            </a:r>
            <a:r>
              <a:rPr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altLang="en-US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alt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altLang="en-US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number</a:t>
            </a:r>
            <a:r>
              <a:rPr alt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altLang="en-US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int</a:t>
            </a:r>
            <a:r>
              <a:rPr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altLang="en-US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input_value</a:t>
            </a:r>
            <a:r>
              <a:rPr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endParaRPr altLang="en-US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alt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altLang="en-US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result</a:t>
            </a:r>
            <a:r>
              <a:rPr alt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altLang="en-US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10</a:t>
            </a:r>
            <a:r>
              <a:rPr alt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/ </a:t>
            </a:r>
            <a:r>
              <a:rPr altLang="en-US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number</a:t>
            </a:r>
            <a:endParaRPr altLang="en-US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alt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altLang="en-US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(f</a:t>
            </a:r>
            <a:r>
              <a:rPr altLang="en-US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{</a:t>
            </a:r>
            <a:r>
              <a:rPr altLang="en-US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result</a:t>
            </a:r>
            <a:r>
              <a:rPr alt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}</a:t>
            </a:r>
            <a:r>
              <a:rPr altLang="en-US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altLang="en-US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altLang="en-US" sz="6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except</a:t>
            </a:r>
            <a:r>
              <a:rPr alt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altLang="en-US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ValueError</a:t>
            </a:r>
            <a:r>
              <a:rPr alt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altLang="en-US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alt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altLang="en-US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(f</a:t>
            </a:r>
            <a:r>
              <a:rPr altLang="en-US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"input is </a:t>
            </a:r>
            <a:r>
              <a:rPr lang="en-US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</a:t>
            </a:r>
            <a:r>
              <a:rPr altLang="en-US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valid:</a:t>
            </a:r>
            <a:r>
              <a:rPr alt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{</a:t>
            </a:r>
            <a:r>
              <a:rPr altLang="en-US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input_value</a:t>
            </a:r>
            <a:r>
              <a:rPr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}</a:t>
            </a:r>
            <a:r>
              <a:rPr altLang="en-US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cxnSp>
        <p:nvCxnSpPr>
          <p:cNvPr id="3" name="Прямая со стрелкой 2"/>
          <p:cNvCxnSpPr/>
          <p:nvPr/>
        </p:nvCxnSpPr>
        <p:spPr>
          <a:xfrm flipH="1">
            <a:off x="20796250" y="6065520"/>
            <a:ext cx="1656080" cy="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Текстовое поле 6"/>
          <p:cNvSpPr txBox="1"/>
          <p:nvPr/>
        </p:nvSpPr>
        <p:spPr>
          <a:xfrm>
            <a:off x="13883640" y="5417820"/>
            <a:ext cx="527748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en-US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ValueError</a:t>
            </a:r>
            <a:endParaRPr lang="en-US" altLang="en-US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cxnSp>
        <p:nvCxnSpPr>
          <p:cNvPr id="9" name="Прямая со стрелкой 8"/>
          <p:cNvCxnSpPr/>
          <p:nvPr/>
        </p:nvCxnSpPr>
        <p:spPr>
          <a:xfrm flipH="1">
            <a:off x="20796250" y="5129530"/>
            <a:ext cx="1656080" cy="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9174460" cy="1755140"/>
          </a:xfrm>
        </p:spPr>
        <p:txBody>
          <a:bodyPr/>
          <a:lstStyle/>
          <a:p>
            <a:r>
              <a:rPr lang="ru-RU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Обрабатываемое исключение</a:t>
            </a:r>
            <a:endParaRPr lang="ru-RU" altLang="en-US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110" y="2681605"/>
            <a:ext cx="19139535" cy="7785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input -&gt; </a:t>
            </a:r>
            <a:r>
              <a:rPr altLang="en-US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"</a:t>
            </a:r>
            <a:r>
              <a:rPr lang="en-US" altLang="en-US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string</a:t>
            </a:r>
            <a:r>
              <a:rPr altLang="en-US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"</a:t>
            </a:r>
            <a:endParaRPr altLang="en-US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altLang="en-US" sz="6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try</a:t>
            </a:r>
            <a:r>
              <a:rPr alt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altLang="en-US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alt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altLang="en-US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input_value</a:t>
            </a:r>
            <a:r>
              <a:rPr alt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altLang="en-US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input</a:t>
            </a:r>
            <a:r>
              <a:rPr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altLang="en-US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"Enter a number: "</a:t>
            </a:r>
            <a:r>
              <a:rPr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altLang="en-US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alt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altLang="en-US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number</a:t>
            </a:r>
            <a:r>
              <a:rPr alt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altLang="en-US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int</a:t>
            </a:r>
            <a:r>
              <a:rPr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altLang="en-US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input_value</a:t>
            </a:r>
            <a:r>
              <a:rPr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endParaRPr altLang="en-US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alt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altLang="en-US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result</a:t>
            </a:r>
            <a:r>
              <a:rPr alt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altLang="en-US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10</a:t>
            </a:r>
            <a:r>
              <a:rPr alt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/ </a:t>
            </a:r>
            <a:r>
              <a:rPr altLang="en-US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number</a:t>
            </a:r>
            <a:endParaRPr altLang="en-US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alt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altLang="en-US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(f</a:t>
            </a:r>
            <a:r>
              <a:rPr altLang="en-US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{</a:t>
            </a:r>
            <a:r>
              <a:rPr altLang="en-US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result</a:t>
            </a:r>
            <a:r>
              <a:rPr alt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}</a:t>
            </a:r>
            <a:r>
              <a:rPr altLang="en-US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altLang="en-US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altLang="en-US" sz="6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except</a:t>
            </a:r>
            <a:r>
              <a:rPr alt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altLang="en-US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ValueError</a:t>
            </a:r>
            <a:r>
              <a:rPr alt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r>
              <a:rPr 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</a:t>
            </a:r>
            <a:endParaRPr altLang="en-US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alt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altLang="en-US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(f</a:t>
            </a:r>
            <a:r>
              <a:rPr altLang="en-US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"input is </a:t>
            </a:r>
            <a:r>
              <a:rPr lang="en-US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</a:t>
            </a:r>
            <a:r>
              <a:rPr altLang="en-US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valid:</a:t>
            </a:r>
            <a:r>
              <a:rPr alt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{</a:t>
            </a:r>
            <a:r>
              <a:rPr altLang="en-US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input_value</a:t>
            </a:r>
            <a:r>
              <a:rPr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}</a:t>
            </a:r>
            <a:r>
              <a:rPr altLang="en-US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altLang="en-US" sz="60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en-US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cxnSp>
        <p:nvCxnSpPr>
          <p:cNvPr id="3" name="Прямая со стрелкой 2"/>
          <p:cNvCxnSpPr/>
          <p:nvPr/>
        </p:nvCxnSpPr>
        <p:spPr>
          <a:xfrm flipH="1">
            <a:off x="20796250" y="8585835"/>
            <a:ext cx="1656080" cy="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Текстовое поле 6"/>
          <p:cNvSpPr txBox="1"/>
          <p:nvPr/>
        </p:nvSpPr>
        <p:spPr>
          <a:xfrm>
            <a:off x="13883640" y="5417820"/>
            <a:ext cx="527748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en-US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ValueError</a:t>
            </a:r>
            <a:endParaRPr lang="en-US" altLang="en-US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cxnSp>
        <p:nvCxnSpPr>
          <p:cNvPr id="9" name="Прямая со стрелкой 8"/>
          <p:cNvCxnSpPr/>
          <p:nvPr/>
        </p:nvCxnSpPr>
        <p:spPr>
          <a:xfrm flipH="1">
            <a:off x="20796250" y="9665970"/>
            <a:ext cx="1656080" cy="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Текстовое поле 4"/>
          <p:cNvSpPr txBox="1"/>
          <p:nvPr/>
        </p:nvSpPr>
        <p:spPr>
          <a:xfrm>
            <a:off x="880110" y="10026015"/>
            <a:ext cx="1224661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en-US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# input is invalid: string</a:t>
            </a:r>
            <a:endParaRPr lang="en-US" altLang="ru-RU" sz="6000"/>
          </a:p>
        </p:txBody>
      </p:sp>
      <p:sp>
        <p:nvSpPr>
          <p:cNvPr id="8" name="Текстовое поле 7"/>
          <p:cNvSpPr txBox="1"/>
          <p:nvPr/>
        </p:nvSpPr>
        <p:spPr>
          <a:xfrm>
            <a:off x="9274810" y="8154035"/>
            <a:ext cx="5267325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en-US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# </a:t>
            </a:r>
            <a:r>
              <a:rPr lang="ru-RU" altLang="en-US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совпадение</a:t>
            </a:r>
            <a:endParaRPr lang="ru-RU" altLang="en-US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  <p:bldP spid="5" grpId="0"/>
      <p:bldP spid="5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9174460" cy="1755140"/>
          </a:xfrm>
        </p:spPr>
        <p:txBody>
          <a:bodyPr/>
          <a:lstStyle/>
          <a:p>
            <a:r>
              <a:rPr lang="ru-RU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Обрабатываемое исключение</a:t>
            </a:r>
            <a:endParaRPr lang="ru-RU" altLang="en-US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110" y="2681605"/>
            <a:ext cx="19139535" cy="7785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input -&gt; </a:t>
            </a:r>
            <a:r>
              <a:rPr altLang="en-US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"</a:t>
            </a:r>
            <a:r>
              <a:rPr lang="en-US" altLang="en-US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string</a:t>
            </a:r>
            <a:r>
              <a:rPr altLang="en-US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"</a:t>
            </a:r>
            <a:endParaRPr altLang="en-US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altLang="en-US" sz="6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try</a:t>
            </a:r>
            <a:r>
              <a:rPr alt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altLang="en-US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alt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altLang="en-US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input_value</a:t>
            </a:r>
            <a:r>
              <a:rPr alt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altLang="en-US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input</a:t>
            </a:r>
            <a:r>
              <a:rPr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altLang="en-US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"Enter a number: "</a:t>
            </a:r>
            <a:r>
              <a:rPr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altLang="en-US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alt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altLang="en-US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number</a:t>
            </a:r>
            <a:r>
              <a:rPr alt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altLang="en-US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int</a:t>
            </a:r>
            <a:r>
              <a:rPr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altLang="en-US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input_value</a:t>
            </a:r>
            <a:r>
              <a:rPr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endParaRPr altLang="en-US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alt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altLang="en-US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result</a:t>
            </a:r>
            <a:r>
              <a:rPr alt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altLang="en-US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10</a:t>
            </a:r>
            <a:r>
              <a:rPr alt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/ </a:t>
            </a:r>
            <a:r>
              <a:rPr altLang="en-US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number</a:t>
            </a:r>
            <a:endParaRPr altLang="en-US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alt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altLang="en-US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(f</a:t>
            </a:r>
            <a:r>
              <a:rPr altLang="en-US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{</a:t>
            </a:r>
            <a:r>
              <a:rPr altLang="en-US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result</a:t>
            </a:r>
            <a:r>
              <a:rPr alt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}</a:t>
            </a:r>
            <a:r>
              <a:rPr altLang="en-US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altLang="en-US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altLang="en-US" sz="6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except</a:t>
            </a:r>
            <a:r>
              <a:rPr alt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altLang="en-US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ValueError</a:t>
            </a:r>
            <a:r>
              <a:rPr alt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r>
              <a:rPr 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</a:t>
            </a:r>
            <a:endParaRPr altLang="en-US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alt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altLang="en-US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(f</a:t>
            </a:r>
            <a:r>
              <a:rPr altLang="en-US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"input is </a:t>
            </a:r>
            <a:r>
              <a:rPr lang="en-US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</a:t>
            </a:r>
            <a:r>
              <a:rPr altLang="en-US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valid:</a:t>
            </a:r>
            <a:r>
              <a:rPr alt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{</a:t>
            </a:r>
            <a:r>
              <a:rPr altLang="en-US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input_value</a:t>
            </a:r>
            <a:r>
              <a:rPr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}</a:t>
            </a:r>
            <a:r>
              <a:rPr altLang="en-US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altLang="en-US" sz="60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en-US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7" name="Текстовое поле 6"/>
          <p:cNvSpPr txBox="1"/>
          <p:nvPr/>
        </p:nvSpPr>
        <p:spPr>
          <a:xfrm>
            <a:off x="13883640" y="5417820"/>
            <a:ext cx="527748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en-US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ValueError</a:t>
            </a:r>
            <a:endParaRPr lang="en-US" altLang="en-US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cxnSp>
        <p:nvCxnSpPr>
          <p:cNvPr id="9" name="Прямая со стрелкой 8"/>
          <p:cNvCxnSpPr/>
          <p:nvPr/>
        </p:nvCxnSpPr>
        <p:spPr>
          <a:xfrm flipH="1">
            <a:off x="20796250" y="11538585"/>
            <a:ext cx="1656080" cy="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Текстовое поле 4"/>
          <p:cNvSpPr txBox="1"/>
          <p:nvPr/>
        </p:nvSpPr>
        <p:spPr>
          <a:xfrm>
            <a:off x="880110" y="10026015"/>
            <a:ext cx="1224661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en-US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# input is invalid: string</a:t>
            </a:r>
            <a:endParaRPr lang="en-US" altLang="ru-RU" sz="6000"/>
          </a:p>
        </p:txBody>
      </p:sp>
      <p:sp>
        <p:nvSpPr>
          <p:cNvPr id="8" name="Текстовое поле 7"/>
          <p:cNvSpPr txBox="1"/>
          <p:nvPr/>
        </p:nvSpPr>
        <p:spPr>
          <a:xfrm>
            <a:off x="9274810" y="8154035"/>
            <a:ext cx="5267325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en-US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# </a:t>
            </a:r>
            <a:r>
              <a:rPr lang="ru-RU" altLang="en-US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совпадение</a:t>
            </a:r>
            <a:endParaRPr lang="ru-RU" altLang="en-US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9174460" cy="1755140"/>
          </a:xfrm>
        </p:spPr>
        <p:txBody>
          <a:bodyPr/>
          <a:lstStyle/>
          <a:p>
            <a:r>
              <a:rPr lang="ru-RU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Непойманное исключение</a:t>
            </a:r>
            <a:endParaRPr lang="ru-RU" altLang="en-US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110" y="2681605"/>
            <a:ext cx="19139535" cy="7785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input -&gt; </a:t>
            </a:r>
            <a:r>
              <a:rPr 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0</a:t>
            </a:r>
            <a:endParaRPr altLang="en-US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altLang="en-US" sz="6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try</a:t>
            </a:r>
            <a:r>
              <a:rPr alt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altLang="en-US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alt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altLang="en-US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input_value</a:t>
            </a:r>
            <a:r>
              <a:rPr alt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altLang="en-US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input</a:t>
            </a:r>
            <a:r>
              <a:rPr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altLang="en-US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"Enter a number: "</a:t>
            </a:r>
            <a:r>
              <a:rPr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altLang="en-US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alt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altLang="en-US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number</a:t>
            </a:r>
            <a:r>
              <a:rPr alt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altLang="en-US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int</a:t>
            </a:r>
            <a:r>
              <a:rPr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altLang="en-US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input_value</a:t>
            </a:r>
            <a:r>
              <a:rPr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endParaRPr altLang="en-US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alt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altLang="en-US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result</a:t>
            </a:r>
            <a:r>
              <a:rPr alt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altLang="en-US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10</a:t>
            </a:r>
            <a:r>
              <a:rPr alt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/ </a:t>
            </a:r>
            <a:r>
              <a:rPr altLang="en-US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number</a:t>
            </a:r>
            <a:endParaRPr altLang="en-US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alt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altLang="en-US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(f</a:t>
            </a:r>
            <a:r>
              <a:rPr altLang="en-US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{</a:t>
            </a:r>
            <a:r>
              <a:rPr altLang="en-US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result</a:t>
            </a:r>
            <a:r>
              <a:rPr alt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}</a:t>
            </a:r>
            <a:r>
              <a:rPr altLang="en-US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altLang="en-US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altLang="en-US" sz="6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except</a:t>
            </a:r>
            <a:r>
              <a:rPr alt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altLang="en-US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ValueError</a:t>
            </a:r>
            <a:r>
              <a:rPr alt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altLang="en-US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alt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altLang="en-US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(f</a:t>
            </a:r>
            <a:r>
              <a:rPr altLang="en-US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"input is </a:t>
            </a:r>
            <a:r>
              <a:rPr lang="en-US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</a:t>
            </a:r>
            <a:r>
              <a:rPr altLang="en-US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valid:</a:t>
            </a:r>
            <a:r>
              <a:rPr alt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{</a:t>
            </a:r>
            <a:r>
              <a:rPr altLang="en-US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input_value</a:t>
            </a:r>
            <a:r>
              <a:rPr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}</a:t>
            </a:r>
            <a:r>
              <a:rPr altLang="en-US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cxnSp>
        <p:nvCxnSpPr>
          <p:cNvPr id="3" name="Прямая со стрелкой 2"/>
          <p:cNvCxnSpPr/>
          <p:nvPr/>
        </p:nvCxnSpPr>
        <p:spPr>
          <a:xfrm flipH="1">
            <a:off x="20796250" y="6065520"/>
            <a:ext cx="1656080" cy="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Текстовое поле 6"/>
          <p:cNvSpPr txBox="1"/>
          <p:nvPr/>
        </p:nvSpPr>
        <p:spPr>
          <a:xfrm>
            <a:off x="13883640" y="5417820"/>
            <a:ext cx="212598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en-US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OK</a:t>
            </a:r>
            <a:endParaRPr lang="ru-RU" altLang="en-US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cxnSp>
        <p:nvCxnSpPr>
          <p:cNvPr id="9" name="Прямая со стрелкой 8"/>
          <p:cNvCxnSpPr/>
          <p:nvPr/>
        </p:nvCxnSpPr>
        <p:spPr>
          <a:xfrm flipH="1">
            <a:off x="20796250" y="5129530"/>
            <a:ext cx="1656080" cy="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9174460" cy="1755140"/>
          </a:xfrm>
        </p:spPr>
        <p:txBody>
          <a:bodyPr/>
          <a:lstStyle/>
          <a:p>
            <a:r>
              <a:rPr lang="ru-RU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Непойманное исключение</a:t>
            </a:r>
            <a:endParaRPr lang="ru-RU" altLang="en-US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110" y="2681605"/>
            <a:ext cx="19139535" cy="7785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input -&gt; </a:t>
            </a:r>
            <a:r>
              <a:rPr lang="en-US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0</a:t>
            </a:r>
            <a:endParaRPr altLang="en-US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altLang="en-US" sz="6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try</a:t>
            </a:r>
            <a:r>
              <a:rPr alt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altLang="en-US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alt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altLang="en-US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input_value</a:t>
            </a:r>
            <a:r>
              <a:rPr alt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altLang="en-US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input</a:t>
            </a:r>
            <a:r>
              <a:rPr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altLang="en-US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"Enter a number: "</a:t>
            </a:r>
            <a:r>
              <a:rPr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altLang="en-US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alt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altLang="en-US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number</a:t>
            </a:r>
            <a:r>
              <a:rPr alt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altLang="en-US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int</a:t>
            </a:r>
            <a:r>
              <a:rPr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altLang="en-US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input_value</a:t>
            </a:r>
            <a:r>
              <a:rPr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endParaRPr altLang="en-US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alt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altLang="en-US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result</a:t>
            </a:r>
            <a:r>
              <a:rPr alt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altLang="en-US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10</a:t>
            </a:r>
            <a:r>
              <a:rPr alt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/ </a:t>
            </a:r>
            <a:r>
              <a:rPr altLang="en-US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number</a:t>
            </a:r>
            <a:endParaRPr altLang="en-US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alt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altLang="en-US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(f</a:t>
            </a:r>
            <a:r>
              <a:rPr altLang="en-US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{</a:t>
            </a:r>
            <a:r>
              <a:rPr altLang="en-US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result</a:t>
            </a:r>
            <a:r>
              <a:rPr alt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}</a:t>
            </a:r>
            <a:r>
              <a:rPr altLang="en-US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altLang="en-US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altLang="en-US" sz="6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except</a:t>
            </a:r>
            <a:r>
              <a:rPr alt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altLang="en-US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ValueError</a:t>
            </a:r>
            <a:r>
              <a:rPr alt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r>
              <a:rPr 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</a:t>
            </a:r>
            <a:endParaRPr altLang="en-US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alt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altLang="en-US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(f</a:t>
            </a:r>
            <a:r>
              <a:rPr altLang="en-US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"input is </a:t>
            </a:r>
            <a:r>
              <a:rPr lang="en-US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</a:t>
            </a:r>
            <a:r>
              <a:rPr altLang="en-US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valid:</a:t>
            </a:r>
            <a:r>
              <a:rPr alt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{</a:t>
            </a:r>
            <a:r>
              <a:rPr altLang="en-US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input_value</a:t>
            </a:r>
            <a:r>
              <a:rPr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}</a:t>
            </a:r>
            <a:r>
              <a:rPr altLang="en-US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altLang="en-US" sz="60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en-US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cxnSp>
        <p:nvCxnSpPr>
          <p:cNvPr id="3" name="Прямая со стрелкой 2"/>
          <p:cNvCxnSpPr/>
          <p:nvPr/>
        </p:nvCxnSpPr>
        <p:spPr>
          <a:xfrm flipH="1">
            <a:off x="20796250" y="8585835"/>
            <a:ext cx="1656080" cy="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Текстовое поле 6"/>
          <p:cNvSpPr txBox="1"/>
          <p:nvPr/>
        </p:nvSpPr>
        <p:spPr>
          <a:xfrm>
            <a:off x="13883640" y="5417820"/>
            <a:ext cx="527748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en-US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OK</a:t>
            </a:r>
            <a:endParaRPr lang="en-US" altLang="en-US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cxnSp>
        <p:nvCxnSpPr>
          <p:cNvPr id="9" name="Прямая со стрелкой 8"/>
          <p:cNvCxnSpPr/>
          <p:nvPr/>
        </p:nvCxnSpPr>
        <p:spPr>
          <a:xfrm flipH="1">
            <a:off x="20796250" y="6930390"/>
            <a:ext cx="1656080" cy="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Текстовое поле 4"/>
          <p:cNvSpPr txBox="1"/>
          <p:nvPr/>
        </p:nvSpPr>
        <p:spPr>
          <a:xfrm>
            <a:off x="880110" y="10026015"/>
            <a:ext cx="15332075" cy="25495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...</a:t>
            </a:r>
            <a:endParaRPr lang="en-US" altLang="ru-RU"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ZeroDivisionError</a:t>
            </a: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: division by zero</a:t>
            </a:r>
            <a:endParaRPr lang="en-US" altLang="ru-RU" sz="6000"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8" name="Текстовое поле 7"/>
          <p:cNvSpPr txBox="1"/>
          <p:nvPr/>
        </p:nvSpPr>
        <p:spPr>
          <a:xfrm>
            <a:off x="11795125" y="6350635"/>
            <a:ext cx="8502015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en-US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# </a:t>
            </a: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ZeroDivisionError</a:t>
            </a: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</p:txBody>
      </p:sp>
      <p:sp>
        <p:nvSpPr>
          <p:cNvPr id="10" name="Текстовое поле 9"/>
          <p:cNvSpPr txBox="1"/>
          <p:nvPr/>
        </p:nvSpPr>
        <p:spPr>
          <a:xfrm>
            <a:off x="9274810" y="8154035"/>
            <a:ext cx="6259830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en-US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# </a:t>
            </a:r>
            <a:r>
              <a:rPr lang="ru-RU" altLang="en-US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несовпадение</a:t>
            </a:r>
            <a:endParaRPr lang="ru-RU" altLang="en-US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  <p:bldP spid="10" grpId="0"/>
      <p:bldP spid="10" grpId="1"/>
      <p:bldP spid="5" grpId="0"/>
      <p:bldP spid="5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7988915" cy="1755140"/>
          </a:xfrm>
        </p:spPr>
        <p:txBody>
          <a:bodyPr/>
          <a:lstStyle/>
          <a:p>
            <a:r>
              <a:rPr lang="ru-RU" altLang="en-US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Общий обработчик</a:t>
            </a:r>
            <a:endParaRPr lang="en-US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3" name="Текстовое поле 2"/>
          <p:cNvSpPr txBox="1"/>
          <p:nvPr/>
        </p:nvSpPr>
        <p:spPr>
          <a:xfrm>
            <a:off x="880110" y="2681605"/>
            <a:ext cx="19139535" cy="89541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input -&gt; </a:t>
            </a:r>
            <a:r>
              <a:rPr altLang="en-US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"</a:t>
            </a:r>
            <a:r>
              <a:rPr lang="en-US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five</a:t>
            </a:r>
            <a:r>
              <a:rPr altLang="en-US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"</a:t>
            </a:r>
            <a:endParaRPr altLang="en-US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altLang="en-US" sz="6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try</a:t>
            </a:r>
            <a:r>
              <a:rPr alt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altLang="en-US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alt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altLang="en-US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input_value</a:t>
            </a:r>
            <a:r>
              <a:rPr alt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altLang="en-US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input</a:t>
            </a:r>
            <a:r>
              <a:rPr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altLang="en-US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"Enter a number: "</a:t>
            </a:r>
            <a:r>
              <a:rPr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altLang="en-US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alt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altLang="en-US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number</a:t>
            </a:r>
            <a:r>
              <a:rPr alt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altLang="en-US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int</a:t>
            </a:r>
            <a:r>
              <a:rPr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altLang="en-US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input_value</a:t>
            </a:r>
            <a:r>
              <a:rPr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  </a:t>
            </a:r>
            <a:r>
              <a:rPr lang="en-US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ValueError</a:t>
            </a:r>
            <a:endParaRPr altLang="en-US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alt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altLang="en-US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result</a:t>
            </a:r>
            <a:r>
              <a:rPr alt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altLang="en-US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10</a:t>
            </a:r>
            <a:r>
              <a:rPr alt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/ </a:t>
            </a:r>
            <a:r>
              <a:rPr altLang="en-US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number</a:t>
            </a:r>
            <a:endParaRPr altLang="en-US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alt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altLang="en-US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(f</a:t>
            </a:r>
            <a:r>
              <a:rPr altLang="en-US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{</a:t>
            </a:r>
            <a:r>
              <a:rPr altLang="en-US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result</a:t>
            </a:r>
            <a:r>
              <a:rPr alt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}</a:t>
            </a:r>
            <a:r>
              <a:rPr altLang="en-US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altLang="en-US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altLang="en-US" sz="6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except</a:t>
            </a:r>
            <a:r>
              <a:rPr alt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altLang="en-US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ValueError</a:t>
            </a:r>
            <a:r>
              <a:rPr lang="en-US" sz="6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</a:t>
            </a:r>
            <a:r>
              <a:rPr lang="en-US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ZeroDivisionError</a:t>
            </a:r>
            <a:r>
              <a:rPr 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alt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r>
              <a:rPr 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</a:t>
            </a:r>
            <a:endParaRPr altLang="en-US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alt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altLang="en-US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(f</a:t>
            </a:r>
            <a:r>
              <a:rPr altLang="en-US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"input is </a:t>
            </a:r>
            <a:r>
              <a:rPr lang="en-US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</a:t>
            </a:r>
            <a:r>
              <a:rPr altLang="en-US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valid:</a:t>
            </a:r>
            <a:r>
              <a:rPr alt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{</a:t>
            </a:r>
            <a:r>
              <a:rPr altLang="en-US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input_value</a:t>
            </a:r>
            <a:r>
              <a:rPr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}</a:t>
            </a:r>
            <a:r>
              <a:rPr altLang="en-US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altLang="en-US" sz="60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</a:t>
            </a:r>
            <a:r>
              <a:rPr altLang="en-US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input is </a:t>
            </a:r>
            <a:r>
              <a:rPr lang="en-US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in</a:t>
            </a:r>
            <a:r>
              <a:rPr altLang="en-US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valid:</a:t>
            </a:r>
            <a:r>
              <a:rPr lang="en-US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 five</a:t>
            </a:r>
            <a:endParaRPr lang="en-US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7988915" cy="1755140"/>
          </a:xfrm>
        </p:spPr>
        <p:txBody>
          <a:bodyPr/>
          <a:lstStyle/>
          <a:p>
            <a:r>
              <a:rPr lang="ru-RU" altLang="en-US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Общий обработчик</a:t>
            </a:r>
            <a:endParaRPr lang="en-US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3" name="Текстовое поле 2"/>
          <p:cNvSpPr txBox="1"/>
          <p:nvPr/>
        </p:nvSpPr>
        <p:spPr>
          <a:xfrm>
            <a:off x="880110" y="2681605"/>
            <a:ext cx="19139535" cy="89541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input -&gt; </a:t>
            </a:r>
            <a:r>
              <a:rPr lang="en-US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0</a:t>
            </a:r>
            <a:endParaRPr altLang="en-US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altLang="en-US" sz="6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try</a:t>
            </a:r>
            <a:r>
              <a:rPr alt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altLang="en-US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alt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altLang="en-US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input_value</a:t>
            </a:r>
            <a:r>
              <a:rPr alt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altLang="en-US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input</a:t>
            </a:r>
            <a:r>
              <a:rPr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altLang="en-US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"Enter a number: "</a:t>
            </a:r>
            <a:r>
              <a:rPr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altLang="en-US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alt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altLang="en-US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number</a:t>
            </a:r>
            <a:r>
              <a:rPr alt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altLang="en-US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int</a:t>
            </a:r>
            <a:r>
              <a:rPr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altLang="en-US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input_value</a:t>
            </a:r>
            <a:r>
              <a:rPr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altLang="en-US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alt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altLang="en-US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result</a:t>
            </a:r>
            <a:r>
              <a:rPr alt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altLang="en-US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10</a:t>
            </a:r>
            <a:r>
              <a:rPr alt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/ </a:t>
            </a:r>
            <a:r>
              <a:rPr altLang="en-US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number</a:t>
            </a:r>
            <a:r>
              <a:rPr lang="en-US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</a:t>
            </a:r>
            <a:r>
              <a:rPr lang="en-US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</a:t>
            </a:r>
            <a:r>
              <a:rPr lang="en-US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ZeroDivisionError</a:t>
            </a:r>
            <a:endParaRPr altLang="en-US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alt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altLang="en-US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(f</a:t>
            </a:r>
            <a:r>
              <a:rPr altLang="en-US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{</a:t>
            </a:r>
            <a:r>
              <a:rPr altLang="en-US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result</a:t>
            </a:r>
            <a:r>
              <a:rPr alt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}</a:t>
            </a:r>
            <a:r>
              <a:rPr altLang="en-US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altLang="en-US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altLang="en-US" sz="6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except</a:t>
            </a:r>
            <a:r>
              <a:rPr alt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altLang="en-US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ValueError</a:t>
            </a:r>
            <a:r>
              <a:rPr lang="en-US" sz="6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</a:t>
            </a:r>
            <a:r>
              <a:rPr lang="en-US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ZeroDivisionError</a:t>
            </a:r>
            <a:r>
              <a:rPr 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alt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r>
              <a:rPr 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</a:t>
            </a:r>
            <a:endParaRPr altLang="en-US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alt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altLang="en-US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(f</a:t>
            </a:r>
            <a:r>
              <a:rPr altLang="en-US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"input is </a:t>
            </a:r>
            <a:r>
              <a:rPr lang="en-US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</a:t>
            </a:r>
            <a:r>
              <a:rPr altLang="en-US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valid:</a:t>
            </a:r>
            <a:r>
              <a:rPr alt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{</a:t>
            </a:r>
            <a:r>
              <a:rPr altLang="en-US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input_value</a:t>
            </a:r>
            <a:r>
              <a:rPr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}</a:t>
            </a:r>
            <a:r>
              <a:rPr altLang="en-US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altLang="en-US" sz="60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</a:t>
            </a:r>
            <a:r>
              <a:rPr altLang="en-US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input is </a:t>
            </a:r>
            <a:r>
              <a:rPr lang="en-US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in</a:t>
            </a:r>
            <a:r>
              <a:rPr altLang="en-US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valid:</a:t>
            </a:r>
            <a:r>
              <a:rPr lang="en-US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 </a:t>
            </a:r>
            <a:r>
              <a:rPr lang="ru-RU" altLang="en-US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0</a:t>
            </a:r>
            <a:endParaRPr lang="ru-RU" altLang="en-US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7988915" cy="1755140"/>
          </a:xfrm>
        </p:spPr>
        <p:txBody>
          <a:bodyPr/>
          <a:lstStyle/>
          <a:p>
            <a:r>
              <a:rPr lang="ru-RU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Несколько обработчиков</a:t>
            </a:r>
            <a:endParaRPr lang="ru-RU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110" y="2105025"/>
            <a:ext cx="20481925" cy="100990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input -&gt; </a:t>
            </a:r>
            <a:r>
              <a:rPr lang="en-US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"five"</a:t>
            </a:r>
            <a:endParaRPr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6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try</a:t>
            </a:r>
            <a:r>
              <a:rPr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input_value</a:t>
            </a:r>
            <a:r>
              <a:rPr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input</a:t>
            </a:r>
            <a:r>
              <a:rPr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"Enter a number: "</a:t>
            </a:r>
            <a:r>
              <a:rPr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number</a:t>
            </a:r>
            <a:r>
              <a:rPr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int</a:t>
            </a:r>
            <a:r>
              <a:rPr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input_value</a:t>
            </a:r>
            <a:r>
              <a:rPr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  </a:t>
            </a:r>
            <a:r>
              <a:rPr lang="en-US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ValueError</a:t>
            </a:r>
            <a:endParaRPr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result</a:t>
            </a:r>
            <a:r>
              <a:rPr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10</a:t>
            </a:r>
            <a:r>
              <a:rPr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/ </a:t>
            </a:r>
            <a:r>
              <a:rPr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number</a:t>
            </a:r>
            <a:endParaRPr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(f</a:t>
            </a:r>
            <a:r>
              <a:rPr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{</a:t>
            </a:r>
            <a:r>
              <a:rPr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result</a:t>
            </a:r>
            <a:r>
              <a:rPr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}</a:t>
            </a:r>
            <a:r>
              <a:rPr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6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except</a:t>
            </a:r>
            <a:r>
              <a:rPr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ValueError</a:t>
            </a:r>
            <a:r>
              <a:rPr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(f</a:t>
            </a:r>
            <a:r>
              <a:rPr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"input is </a:t>
            </a:r>
            <a:r>
              <a:rPr lang="en-US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</a:t>
            </a:r>
            <a:r>
              <a:rPr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valid:</a:t>
            </a:r>
            <a:r>
              <a:rPr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{</a:t>
            </a:r>
            <a:r>
              <a:rPr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input_value</a:t>
            </a:r>
            <a:r>
              <a:rPr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}</a:t>
            </a:r>
            <a:r>
              <a:rPr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6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except</a:t>
            </a:r>
            <a:r>
              <a:rPr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ZeroDivisionError</a:t>
            </a:r>
            <a:r>
              <a:rPr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"0 as input is forbidden"</a:t>
            </a:r>
            <a:r>
              <a:rPr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sz="60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</a:t>
            </a:r>
            <a:r>
              <a:rPr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input is </a:t>
            </a:r>
            <a:r>
              <a:rPr lang="en-US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in</a:t>
            </a:r>
            <a:r>
              <a:rPr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valid: five</a:t>
            </a:r>
            <a:endParaRPr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7988915" cy="1755140"/>
          </a:xfrm>
        </p:spPr>
        <p:txBody>
          <a:bodyPr/>
          <a:lstStyle/>
          <a:p>
            <a:r>
              <a:rPr lang="ru-RU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Несколько обработчиков</a:t>
            </a:r>
            <a:endParaRPr lang="ru-RU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110" y="2105025"/>
            <a:ext cx="19789140" cy="100990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input -&gt; </a:t>
            </a:r>
            <a:r>
              <a:rPr lang="en-US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0</a:t>
            </a:r>
            <a:endParaRPr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6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try</a:t>
            </a:r>
            <a:r>
              <a:rPr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input_value</a:t>
            </a:r>
            <a:r>
              <a:rPr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input</a:t>
            </a:r>
            <a:r>
              <a:rPr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"Enter a number: "</a:t>
            </a:r>
            <a:r>
              <a:rPr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number</a:t>
            </a:r>
            <a:r>
              <a:rPr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int</a:t>
            </a:r>
            <a:r>
              <a:rPr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input_value</a:t>
            </a:r>
            <a:r>
              <a:rPr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result</a:t>
            </a:r>
            <a:r>
              <a:rPr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10</a:t>
            </a:r>
            <a:r>
              <a:rPr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/ </a:t>
            </a:r>
            <a:r>
              <a:rPr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number</a:t>
            </a:r>
            <a:r>
              <a:rPr lang="en-US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</a:t>
            </a:r>
            <a:r>
              <a:rPr lang="en-US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ZeroDivisionError</a:t>
            </a:r>
            <a:endParaRPr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(f</a:t>
            </a:r>
            <a:r>
              <a:rPr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{</a:t>
            </a:r>
            <a:r>
              <a:rPr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result</a:t>
            </a:r>
            <a:r>
              <a:rPr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}</a:t>
            </a:r>
            <a:r>
              <a:rPr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6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except</a:t>
            </a:r>
            <a:r>
              <a:rPr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ValueError</a:t>
            </a:r>
            <a:r>
              <a:rPr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(f</a:t>
            </a:r>
            <a:r>
              <a:rPr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"input is </a:t>
            </a:r>
            <a:r>
              <a:rPr lang="en-US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</a:t>
            </a:r>
            <a:r>
              <a:rPr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valid:</a:t>
            </a:r>
            <a:r>
              <a:rPr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{</a:t>
            </a:r>
            <a:r>
              <a:rPr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input_value</a:t>
            </a:r>
            <a:r>
              <a:rPr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}</a:t>
            </a:r>
            <a:r>
              <a:rPr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6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except</a:t>
            </a:r>
            <a:r>
              <a:rPr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ZeroDivisionError</a:t>
            </a:r>
            <a:r>
              <a:rPr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"0 as input is forbidden"</a:t>
            </a:r>
            <a:r>
              <a:rPr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sz="60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</a:t>
            </a:r>
            <a:r>
              <a:rPr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0 as input is forbidden</a:t>
            </a:r>
            <a:endParaRPr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8622010" cy="1755140"/>
          </a:xfrm>
        </p:spPr>
        <p:txBody>
          <a:bodyPr/>
          <a:lstStyle/>
          <a:p>
            <a:r>
              <a:rPr lang="ru-RU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Порядок выбора обработчика</a:t>
            </a:r>
            <a:endParaRPr lang="ru-RU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110" y="2400300"/>
            <a:ext cx="18467705" cy="99479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input -&gt; </a:t>
            </a:r>
            <a:r>
              <a:rPr lang="en-US"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"five"</a:t>
            </a:r>
            <a:endParaRPr sz="48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48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try</a:t>
            </a:r>
            <a:r>
              <a:rPr sz="4800">
                <a:latin typeface="Consolas" panose="020B0609020204030204" charset="0"/>
                <a:cs typeface="Consolas" panose="020B0609020204030204" charset="0"/>
              </a:rPr>
              <a:t>:</a:t>
            </a:r>
            <a:endParaRPr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48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input_value</a:t>
            </a:r>
            <a:r>
              <a:rPr sz="4800"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input</a:t>
            </a:r>
            <a:r>
              <a:rPr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sz="48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"Enter a number: "</a:t>
            </a:r>
            <a:r>
              <a:rPr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48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number</a:t>
            </a:r>
            <a:r>
              <a:rPr sz="4800"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int</a:t>
            </a:r>
            <a:r>
              <a:rPr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input_value</a:t>
            </a:r>
            <a:r>
              <a:rPr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  </a:t>
            </a:r>
            <a:r>
              <a:rPr lang="en-US"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ValueError</a:t>
            </a:r>
            <a:endParaRPr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48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result</a:t>
            </a:r>
            <a:r>
              <a:rPr sz="4800"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10</a:t>
            </a:r>
            <a:r>
              <a:rPr sz="4800">
                <a:latin typeface="Consolas" panose="020B0609020204030204" charset="0"/>
                <a:cs typeface="Consolas" panose="020B0609020204030204" charset="0"/>
              </a:rPr>
              <a:t> / </a:t>
            </a:r>
            <a:r>
              <a:rPr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number</a:t>
            </a:r>
            <a:endParaRPr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48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(f</a:t>
            </a:r>
            <a:r>
              <a:rPr sz="48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{</a:t>
            </a:r>
            <a:r>
              <a:rPr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result</a:t>
            </a:r>
            <a:r>
              <a:rPr sz="4800"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}</a:t>
            </a:r>
            <a:r>
              <a:rPr sz="48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48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except</a:t>
            </a:r>
            <a:r>
              <a:rPr sz="48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ValueError</a:t>
            </a:r>
            <a:r>
              <a:rPr sz="4800">
                <a:latin typeface="Consolas" panose="020B0609020204030204" charset="0"/>
                <a:cs typeface="Consolas" panose="020B0609020204030204" charset="0"/>
              </a:rPr>
              <a:t>:</a:t>
            </a:r>
            <a:r>
              <a:rPr lang="ru-RU" sz="4800">
                <a:latin typeface="Consolas" panose="020B0609020204030204" charset="0"/>
                <a:cs typeface="Consolas" panose="020B0609020204030204" charset="0"/>
              </a:rPr>
              <a:t>  </a:t>
            </a:r>
            <a:r>
              <a:rPr lang="en-US"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</a:t>
            </a:r>
            <a:r>
              <a:rPr lang="ru-RU"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обрабатывает только </a:t>
            </a:r>
            <a:r>
              <a:rPr lang="en-US" altLang="ru-RU"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ValueError</a:t>
            </a:r>
            <a:endParaRPr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48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(f</a:t>
            </a:r>
            <a:r>
              <a:rPr sz="48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"input is </a:t>
            </a:r>
            <a:r>
              <a:rPr lang="en-US" sz="48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</a:t>
            </a:r>
            <a:r>
              <a:rPr sz="48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valid:</a:t>
            </a:r>
            <a:r>
              <a:rPr sz="48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{</a:t>
            </a:r>
            <a:r>
              <a:rPr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input_value</a:t>
            </a:r>
            <a:r>
              <a:rPr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}</a:t>
            </a:r>
            <a:r>
              <a:rPr sz="48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48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except</a:t>
            </a:r>
            <a:r>
              <a:rPr sz="48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Exception</a:t>
            </a:r>
            <a:r>
              <a:rPr sz="48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sz="48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as</a:t>
            </a:r>
            <a:r>
              <a:rPr sz="48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exc</a:t>
            </a:r>
            <a:r>
              <a:rPr sz="4800">
                <a:latin typeface="Consolas" panose="020B0609020204030204" charset="0"/>
                <a:cs typeface="Consolas" panose="020B0609020204030204" charset="0"/>
              </a:rPr>
              <a:t>:</a:t>
            </a:r>
            <a:r>
              <a:rPr lang="en-US" sz="48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</a:t>
            </a:r>
            <a:r>
              <a:rPr lang="ru-RU"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обрабатывает </a:t>
            </a:r>
            <a:r>
              <a:rPr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"</a:t>
            </a:r>
            <a:r>
              <a:rPr lang="ru-RU"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все</a:t>
            </a:r>
            <a:r>
              <a:rPr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"</a:t>
            </a:r>
            <a:endParaRPr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48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(f</a:t>
            </a:r>
            <a:r>
              <a:rPr sz="48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"general handler </a:t>
            </a:r>
            <a:r>
              <a:rPr lang="en-US" sz="48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got</a:t>
            </a:r>
            <a:r>
              <a:rPr sz="48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{</a:t>
            </a:r>
            <a:r>
              <a:rPr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type</a:t>
            </a:r>
            <a:r>
              <a:rPr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exc</a:t>
            </a:r>
            <a:r>
              <a:rPr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sz="4800"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__name__</a:t>
            </a:r>
            <a:r>
              <a:rPr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}</a:t>
            </a:r>
            <a:r>
              <a:rPr sz="48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sz="48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</a:t>
            </a:r>
            <a:r>
              <a:rPr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input is </a:t>
            </a:r>
            <a:r>
              <a:rPr lang="en-US"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in</a:t>
            </a:r>
            <a:r>
              <a:rPr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valid: five</a:t>
            </a:r>
            <a:endParaRPr sz="48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8622010" cy="1755140"/>
          </a:xfrm>
        </p:spPr>
        <p:txBody>
          <a:bodyPr/>
          <a:lstStyle/>
          <a:p>
            <a:r>
              <a:rPr lang="ru-RU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Порядок выбора обработчика</a:t>
            </a:r>
            <a:endParaRPr lang="ru-RU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110" y="2400300"/>
            <a:ext cx="18467705" cy="99479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input -&gt; </a:t>
            </a:r>
            <a:r>
              <a:rPr lang="en-US"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0</a:t>
            </a:r>
            <a:endParaRPr sz="48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48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try</a:t>
            </a:r>
            <a:r>
              <a:rPr sz="4800">
                <a:latin typeface="Consolas" panose="020B0609020204030204" charset="0"/>
                <a:cs typeface="Consolas" panose="020B0609020204030204" charset="0"/>
              </a:rPr>
              <a:t>:</a:t>
            </a:r>
            <a:endParaRPr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48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input_value</a:t>
            </a:r>
            <a:r>
              <a:rPr sz="4800"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input</a:t>
            </a:r>
            <a:r>
              <a:rPr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sz="48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"Enter a number: "</a:t>
            </a:r>
            <a:r>
              <a:rPr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48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number</a:t>
            </a:r>
            <a:r>
              <a:rPr sz="4800"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int</a:t>
            </a:r>
            <a:r>
              <a:rPr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input_value</a:t>
            </a:r>
            <a:r>
              <a:rPr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  </a:t>
            </a:r>
            <a:r>
              <a:rPr lang="en-US"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OK</a:t>
            </a:r>
            <a:endParaRPr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48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result</a:t>
            </a:r>
            <a:r>
              <a:rPr sz="4800"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10</a:t>
            </a:r>
            <a:r>
              <a:rPr sz="4800">
                <a:latin typeface="Consolas" panose="020B0609020204030204" charset="0"/>
                <a:cs typeface="Consolas" panose="020B0609020204030204" charset="0"/>
              </a:rPr>
              <a:t> / </a:t>
            </a:r>
            <a:r>
              <a:rPr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number</a:t>
            </a:r>
            <a:r>
              <a:rPr lang="en-US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</a:t>
            </a:r>
            <a:r>
              <a:rPr lang="en-US"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# </a:t>
            </a:r>
            <a:r>
              <a:rPr lang="en-US" altLang="ru-RU"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ZeroDivisionError</a:t>
            </a:r>
            <a:endParaRPr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48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(f</a:t>
            </a:r>
            <a:r>
              <a:rPr sz="48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{</a:t>
            </a:r>
            <a:r>
              <a:rPr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result</a:t>
            </a:r>
            <a:r>
              <a:rPr sz="4800"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}</a:t>
            </a:r>
            <a:r>
              <a:rPr sz="48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48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except</a:t>
            </a:r>
            <a:r>
              <a:rPr sz="48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ValueError</a:t>
            </a:r>
            <a:r>
              <a:rPr sz="4800">
                <a:latin typeface="Consolas" panose="020B0609020204030204" charset="0"/>
                <a:cs typeface="Consolas" panose="020B0609020204030204" charset="0"/>
              </a:rPr>
              <a:t>:</a:t>
            </a:r>
            <a:r>
              <a:rPr lang="ru-RU" sz="4800">
                <a:latin typeface="Consolas" panose="020B0609020204030204" charset="0"/>
                <a:cs typeface="Consolas" panose="020B0609020204030204" charset="0"/>
              </a:rPr>
              <a:t>  </a:t>
            </a:r>
            <a:r>
              <a:rPr lang="en-US"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</a:t>
            </a:r>
            <a:r>
              <a:rPr lang="ru-RU"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обрабатывает только </a:t>
            </a:r>
            <a:r>
              <a:rPr lang="en-US" altLang="ru-RU"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ValueError</a:t>
            </a:r>
            <a:endParaRPr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48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(f</a:t>
            </a:r>
            <a:r>
              <a:rPr sz="48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"input is </a:t>
            </a:r>
            <a:r>
              <a:rPr lang="en-US" sz="48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</a:t>
            </a:r>
            <a:r>
              <a:rPr sz="48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valid:</a:t>
            </a:r>
            <a:r>
              <a:rPr sz="48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{</a:t>
            </a:r>
            <a:r>
              <a:rPr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input_value</a:t>
            </a:r>
            <a:r>
              <a:rPr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}</a:t>
            </a:r>
            <a:r>
              <a:rPr sz="48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48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except</a:t>
            </a:r>
            <a:r>
              <a:rPr sz="48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Exception</a:t>
            </a:r>
            <a:r>
              <a:rPr sz="48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sz="48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as</a:t>
            </a:r>
            <a:r>
              <a:rPr sz="48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exc</a:t>
            </a:r>
            <a:r>
              <a:rPr sz="4800">
                <a:latin typeface="Consolas" panose="020B0609020204030204" charset="0"/>
                <a:cs typeface="Consolas" panose="020B0609020204030204" charset="0"/>
              </a:rPr>
              <a:t>:</a:t>
            </a:r>
            <a:r>
              <a:rPr lang="en-US" sz="48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</a:t>
            </a:r>
            <a:r>
              <a:rPr lang="ru-RU"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обрабатывает </a:t>
            </a:r>
            <a:r>
              <a:rPr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"</a:t>
            </a:r>
            <a:r>
              <a:rPr lang="ru-RU"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все</a:t>
            </a:r>
            <a:r>
              <a:rPr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"</a:t>
            </a:r>
            <a:endParaRPr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48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(f</a:t>
            </a:r>
            <a:r>
              <a:rPr sz="48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"general handler </a:t>
            </a:r>
            <a:r>
              <a:rPr lang="en-US" sz="48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got</a:t>
            </a:r>
            <a:r>
              <a:rPr sz="48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{</a:t>
            </a:r>
            <a:r>
              <a:rPr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type</a:t>
            </a:r>
            <a:r>
              <a:rPr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exc</a:t>
            </a:r>
            <a:r>
              <a:rPr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sz="4800"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__name__</a:t>
            </a:r>
            <a:r>
              <a:rPr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}</a:t>
            </a:r>
            <a:r>
              <a:rPr sz="48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sz="48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</a:t>
            </a:r>
            <a:r>
              <a:rPr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general handler </a:t>
            </a:r>
            <a:r>
              <a:rPr lang="en-US"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got</a:t>
            </a:r>
            <a:r>
              <a:rPr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 ZeroDivisionError</a:t>
            </a:r>
            <a:endParaRPr sz="48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20935950" cy="1755140"/>
          </a:xfrm>
        </p:spPr>
        <p:txBody>
          <a:bodyPr/>
          <a:lstStyle/>
          <a:p>
            <a:r>
              <a:rPr lang="ru-RU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Неверный порядок</a:t>
            </a:r>
            <a:r>
              <a:rPr lang="en-US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 </a:t>
            </a:r>
            <a:r>
              <a:rPr lang="ru-RU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обработчиков</a:t>
            </a:r>
            <a:endParaRPr lang="ru-RU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110" y="2400300"/>
            <a:ext cx="18467705" cy="99479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input -&gt; </a:t>
            </a:r>
            <a:r>
              <a:rPr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"</a:t>
            </a:r>
            <a:r>
              <a:rPr lang="en-US"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five</a:t>
            </a:r>
            <a:r>
              <a:rPr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"</a:t>
            </a:r>
            <a:endParaRPr sz="48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48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try</a:t>
            </a:r>
            <a:r>
              <a:rPr sz="4800">
                <a:latin typeface="Consolas" panose="020B0609020204030204" charset="0"/>
                <a:cs typeface="Consolas" panose="020B0609020204030204" charset="0"/>
              </a:rPr>
              <a:t>:</a:t>
            </a:r>
            <a:endParaRPr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48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input_value</a:t>
            </a:r>
            <a:r>
              <a:rPr sz="4800"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input</a:t>
            </a:r>
            <a:r>
              <a:rPr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sz="48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"Enter a number: "</a:t>
            </a:r>
            <a:r>
              <a:rPr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48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number</a:t>
            </a:r>
            <a:r>
              <a:rPr sz="4800"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int</a:t>
            </a:r>
            <a:r>
              <a:rPr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input_value</a:t>
            </a:r>
            <a:r>
              <a:rPr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  </a:t>
            </a:r>
            <a:r>
              <a:rPr lang="en-US"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ValueError</a:t>
            </a:r>
            <a:endParaRPr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48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result</a:t>
            </a:r>
            <a:r>
              <a:rPr sz="4800"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10</a:t>
            </a:r>
            <a:r>
              <a:rPr sz="4800">
                <a:latin typeface="Consolas" panose="020B0609020204030204" charset="0"/>
                <a:cs typeface="Consolas" panose="020B0609020204030204" charset="0"/>
              </a:rPr>
              <a:t> / </a:t>
            </a:r>
            <a:r>
              <a:rPr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number</a:t>
            </a:r>
            <a:endParaRPr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48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(f</a:t>
            </a:r>
            <a:r>
              <a:rPr sz="48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{</a:t>
            </a:r>
            <a:r>
              <a:rPr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result</a:t>
            </a:r>
            <a:r>
              <a:rPr sz="4800"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}</a:t>
            </a:r>
            <a:r>
              <a:rPr sz="48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48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except</a:t>
            </a:r>
            <a:r>
              <a:rPr sz="4800">
                <a:latin typeface="Consolas" panose="020B0609020204030204" charset="0"/>
                <a:cs typeface="Consolas" panose="020B0609020204030204" charset="0"/>
                <a:sym typeface="+mn-ea"/>
              </a:rPr>
              <a:t> </a:t>
            </a:r>
            <a:r>
              <a:rPr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Exception</a:t>
            </a:r>
            <a:r>
              <a:rPr sz="4800">
                <a:latin typeface="Consolas" panose="020B0609020204030204" charset="0"/>
                <a:cs typeface="Consolas" panose="020B0609020204030204" charset="0"/>
                <a:sym typeface="+mn-ea"/>
              </a:rPr>
              <a:t> </a:t>
            </a:r>
            <a:r>
              <a:rPr sz="48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as</a:t>
            </a:r>
            <a:r>
              <a:rPr sz="4800">
                <a:latin typeface="Consolas" panose="020B0609020204030204" charset="0"/>
                <a:cs typeface="Consolas" panose="020B0609020204030204" charset="0"/>
                <a:sym typeface="+mn-ea"/>
              </a:rPr>
              <a:t> </a:t>
            </a:r>
            <a:r>
              <a:rPr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exc</a:t>
            </a:r>
            <a:r>
              <a:rPr sz="4800">
                <a:latin typeface="Consolas" panose="020B0609020204030204" charset="0"/>
                <a:cs typeface="Consolas" panose="020B0609020204030204" charset="0"/>
                <a:sym typeface="+mn-ea"/>
              </a:rPr>
              <a:t>:</a:t>
            </a:r>
            <a:endParaRPr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4800">
                <a:latin typeface="Consolas" panose="020B0609020204030204" charset="0"/>
                <a:cs typeface="Consolas" panose="020B0609020204030204" charset="0"/>
                <a:sym typeface="+mn-ea"/>
              </a:rPr>
              <a:t>    </a:t>
            </a:r>
            <a:r>
              <a:rPr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print</a:t>
            </a:r>
            <a:r>
              <a:rPr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(f</a:t>
            </a:r>
            <a:r>
              <a:rPr sz="48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"general handler </a:t>
            </a:r>
            <a:r>
              <a:rPr lang="en-US" sz="48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got</a:t>
            </a:r>
            <a:r>
              <a:rPr sz="48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 </a:t>
            </a:r>
            <a:r>
              <a:rPr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{</a:t>
            </a:r>
            <a:r>
              <a:rPr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type</a:t>
            </a:r>
            <a:r>
              <a:rPr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(</a:t>
            </a:r>
            <a:r>
              <a:rPr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exc</a:t>
            </a:r>
            <a:r>
              <a:rPr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)</a:t>
            </a:r>
            <a:r>
              <a:rPr sz="4800">
                <a:latin typeface="Consolas" panose="020B0609020204030204" charset="0"/>
                <a:cs typeface="Consolas" panose="020B0609020204030204" charset="0"/>
                <a:sym typeface="+mn-ea"/>
              </a:rPr>
              <a:t>.</a:t>
            </a:r>
            <a:r>
              <a:rPr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__name__</a:t>
            </a:r>
            <a:r>
              <a:rPr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}</a:t>
            </a:r>
            <a:r>
              <a:rPr sz="48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"</a:t>
            </a:r>
            <a:r>
              <a:rPr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)</a:t>
            </a:r>
            <a:endParaRPr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48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except</a:t>
            </a:r>
            <a:r>
              <a:rPr sz="48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ValueError</a:t>
            </a:r>
            <a:r>
              <a:rPr sz="4800">
                <a:latin typeface="Consolas" panose="020B0609020204030204" charset="0"/>
                <a:cs typeface="Consolas" panose="020B0609020204030204" charset="0"/>
              </a:rPr>
              <a:t>:</a:t>
            </a:r>
            <a:endParaRPr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48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(f</a:t>
            </a:r>
            <a:r>
              <a:rPr sz="48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"input is </a:t>
            </a:r>
            <a:r>
              <a:rPr lang="en-US" sz="48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</a:t>
            </a:r>
            <a:r>
              <a:rPr sz="48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valid:</a:t>
            </a:r>
            <a:r>
              <a:rPr sz="48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{</a:t>
            </a:r>
            <a:r>
              <a:rPr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input_value</a:t>
            </a:r>
            <a:r>
              <a:rPr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}</a:t>
            </a:r>
            <a:r>
              <a:rPr sz="48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</a:t>
            </a:r>
            <a:r>
              <a:rPr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general handler </a:t>
            </a:r>
            <a:r>
              <a:rPr lang="en-US"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got </a:t>
            </a:r>
            <a:r>
              <a:rPr lang="en-US"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ValueError</a:t>
            </a:r>
            <a:endParaRPr sz="48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21203285" cy="1755140"/>
          </a:xfrm>
        </p:spPr>
        <p:txBody>
          <a:bodyPr/>
          <a:lstStyle/>
          <a:p>
            <a:r>
              <a:rPr lang="en-US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try-except-else</a:t>
            </a:r>
            <a:endParaRPr lang="en-US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110" y="2249805"/>
            <a:ext cx="17433290" cy="84080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# input -&gt; "five"</a:t>
            </a:r>
            <a:endParaRPr sz="54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5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try</a:t>
            </a:r>
            <a:r>
              <a:rPr sz="5400">
                <a:latin typeface="Consolas" panose="020B0609020204030204" charset="0"/>
                <a:cs typeface="Consolas" panose="020B0609020204030204" charset="0"/>
              </a:rPr>
              <a:t>:</a:t>
            </a:r>
            <a:endParaRPr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54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input_value</a:t>
            </a:r>
            <a:r>
              <a:rPr sz="5400"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input</a:t>
            </a:r>
            <a:r>
              <a:rPr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"Enter a number: "</a:t>
            </a:r>
            <a:r>
              <a:rPr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54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number</a:t>
            </a:r>
            <a:r>
              <a:rPr sz="5400"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int</a:t>
            </a:r>
            <a:r>
              <a:rPr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input_value</a:t>
            </a:r>
            <a:r>
              <a:rPr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5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except</a:t>
            </a:r>
            <a:r>
              <a:rPr sz="5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ValueError</a:t>
            </a:r>
            <a:r>
              <a:rPr sz="5400">
                <a:latin typeface="Consolas" panose="020B0609020204030204" charset="0"/>
                <a:cs typeface="Consolas" panose="020B0609020204030204" charset="0"/>
              </a:rPr>
              <a:t>:</a:t>
            </a:r>
            <a:endParaRPr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54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(f</a:t>
            </a:r>
            <a:r>
              <a:rPr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"input is </a:t>
            </a:r>
            <a:r>
              <a:rPr lang="en-US"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</a:t>
            </a:r>
            <a:r>
              <a:rPr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valid:</a:t>
            </a:r>
            <a:r>
              <a:rPr sz="5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{</a:t>
            </a:r>
            <a:r>
              <a:rPr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input_value</a:t>
            </a:r>
            <a:r>
              <a:rPr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}</a:t>
            </a:r>
            <a:r>
              <a:rPr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sz="54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sz="54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sz="5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else</a:t>
            </a:r>
            <a:r>
              <a:rPr lang="en-US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print</a:t>
            </a:r>
            <a:r>
              <a:rPr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(f</a:t>
            </a:r>
            <a:r>
              <a:rPr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"</a:t>
            </a:r>
            <a:r>
              <a:rPr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{</a:t>
            </a:r>
            <a:r>
              <a:rPr lang="en-US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number</a:t>
            </a:r>
            <a:r>
              <a:rPr sz="5400">
                <a:latin typeface="Consolas" panose="020B0609020204030204" charset="0"/>
                <a:cs typeface="Consolas" panose="020B0609020204030204" charset="0"/>
                <a:sym typeface="+mn-ea"/>
              </a:rPr>
              <a:t> = </a:t>
            </a:r>
            <a:r>
              <a:rPr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}</a:t>
            </a:r>
            <a:r>
              <a:rPr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"</a:t>
            </a:r>
            <a:r>
              <a:rPr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)</a:t>
            </a:r>
            <a:endParaRPr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cxnSp>
        <p:nvCxnSpPr>
          <p:cNvPr id="5" name="Прямая со стрелкой 4"/>
          <p:cNvCxnSpPr/>
          <p:nvPr/>
        </p:nvCxnSpPr>
        <p:spPr>
          <a:xfrm flipH="1">
            <a:off x="20796250" y="4409440"/>
            <a:ext cx="1656080" cy="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21203285" cy="1755140"/>
          </a:xfrm>
        </p:spPr>
        <p:txBody>
          <a:bodyPr/>
          <a:lstStyle/>
          <a:p>
            <a:r>
              <a:rPr lang="en-US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try-except-else</a:t>
            </a:r>
            <a:endParaRPr lang="en-US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110" y="2249805"/>
            <a:ext cx="17433290" cy="84080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# input -&gt; "five"</a:t>
            </a:r>
            <a:endParaRPr sz="54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5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try</a:t>
            </a:r>
            <a:r>
              <a:rPr sz="5400">
                <a:latin typeface="Consolas" panose="020B0609020204030204" charset="0"/>
                <a:cs typeface="Consolas" panose="020B0609020204030204" charset="0"/>
              </a:rPr>
              <a:t>:</a:t>
            </a:r>
            <a:endParaRPr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54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input_value</a:t>
            </a:r>
            <a:r>
              <a:rPr sz="5400"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input</a:t>
            </a:r>
            <a:r>
              <a:rPr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"Enter a number: "</a:t>
            </a:r>
            <a:r>
              <a:rPr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54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number</a:t>
            </a:r>
            <a:r>
              <a:rPr sz="5400"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int</a:t>
            </a:r>
            <a:r>
              <a:rPr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input_value</a:t>
            </a:r>
            <a:r>
              <a:rPr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5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except</a:t>
            </a:r>
            <a:r>
              <a:rPr sz="5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ValueError</a:t>
            </a:r>
            <a:r>
              <a:rPr sz="5400">
                <a:latin typeface="Consolas" panose="020B0609020204030204" charset="0"/>
                <a:cs typeface="Consolas" panose="020B0609020204030204" charset="0"/>
              </a:rPr>
              <a:t>:</a:t>
            </a:r>
            <a:endParaRPr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54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(f</a:t>
            </a:r>
            <a:r>
              <a:rPr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"input is </a:t>
            </a:r>
            <a:r>
              <a:rPr lang="en-US"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</a:t>
            </a:r>
            <a:r>
              <a:rPr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valid:</a:t>
            </a:r>
            <a:r>
              <a:rPr sz="5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{</a:t>
            </a:r>
            <a:r>
              <a:rPr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input_value</a:t>
            </a:r>
            <a:r>
              <a:rPr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}</a:t>
            </a:r>
            <a:r>
              <a:rPr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sz="54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sz="54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sz="5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else</a:t>
            </a:r>
            <a:r>
              <a:rPr lang="en-US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print</a:t>
            </a:r>
            <a:r>
              <a:rPr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(f</a:t>
            </a:r>
            <a:r>
              <a:rPr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"</a:t>
            </a:r>
            <a:r>
              <a:rPr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{</a:t>
            </a:r>
            <a:r>
              <a:rPr lang="en-US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number</a:t>
            </a:r>
            <a:r>
              <a:rPr sz="5400">
                <a:latin typeface="Consolas" panose="020B0609020204030204" charset="0"/>
                <a:cs typeface="Consolas" panose="020B0609020204030204" charset="0"/>
                <a:sym typeface="+mn-ea"/>
              </a:rPr>
              <a:t> = </a:t>
            </a:r>
            <a:r>
              <a:rPr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}</a:t>
            </a:r>
            <a:r>
              <a:rPr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"</a:t>
            </a:r>
            <a:r>
              <a:rPr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)</a:t>
            </a:r>
            <a:endParaRPr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cxnSp>
        <p:nvCxnSpPr>
          <p:cNvPr id="5" name="Прямая со стрелкой 4"/>
          <p:cNvCxnSpPr/>
          <p:nvPr/>
        </p:nvCxnSpPr>
        <p:spPr>
          <a:xfrm flipH="1">
            <a:off x="20796250" y="5201920"/>
            <a:ext cx="1656080" cy="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" name="Прямая со стрелкой 2"/>
          <p:cNvCxnSpPr/>
          <p:nvPr/>
        </p:nvCxnSpPr>
        <p:spPr>
          <a:xfrm flipH="1">
            <a:off x="20796250" y="6858000"/>
            <a:ext cx="1656080" cy="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Текстовое поле 7"/>
          <p:cNvSpPr txBox="1"/>
          <p:nvPr/>
        </p:nvSpPr>
        <p:spPr>
          <a:xfrm>
            <a:off x="12586970" y="4740910"/>
            <a:ext cx="507365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# ValueError</a:t>
            </a:r>
            <a:endParaRPr lang="ru-RU" altLang="en-US" sz="5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21203285" cy="1755140"/>
          </a:xfrm>
        </p:spPr>
        <p:txBody>
          <a:bodyPr/>
          <a:lstStyle/>
          <a:p>
            <a:r>
              <a:rPr lang="en-US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try-except-else</a:t>
            </a:r>
            <a:endParaRPr lang="en-US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110" y="2249805"/>
            <a:ext cx="17433290" cy="84080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# input -&gt; "five"</a:t>
            </a:r>
            <a:endParaRPr sz="54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5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try</a:t>
            </a:r>
            <a:r>
              <a:rPr sz="5400">
                <a:latin typeface="Consolas" panose="020B0609020204030204" charset="0"/>
                <a:cs typeface="Consolas" panose="020B0609020204030204" charset="0"/>
              </a:rPr>
              <a:t>:</a:t>
            </a:r>
            <a:endParaRPr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54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input_value</a:t>
            </a:r>
            <a:r>
              <a:rPr sz="5400"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input</a:t>
            </a:r>
            <a:r>
              <a:rPr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"Enter a number: "</a:t>
            </a:r>
            <a:r>
              <a:rPr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54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number</a:t>
            </a:r>
            <a:r>
              <a:rPr sz="5400"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int</a:t>
            </a:r>
            <a:r>
              <a:rPr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input_value</a:t>
            </a:r>
            <a:r>
              <a:rPr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5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except</a:t>
            </a:r>
            <a:r>
              <a:rPr sz="5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ValueError</a:t>
            </a:r>
            <a:r>
              <a:rPr sz="5400">
                <a:latin typeface="Consolas" panose="020B0609020204030204" charset="0"/>
                <a:cs typeface="Consolas" panose="020B0609020204030204" charset="0"/>
              </a:rPr>
              <a:t>:</a:t>
            </a:r>
            <a:endParaRPr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54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(f</a:t>
            </a:r>
            <a:r>
              <a:rPr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"input is </a:t>
            </a:r>
            <a:r>
              <a:rPr lang="en-US"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</a:t>
            </a:r>
            <a:r>
              <a:rPr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valid:</a:t>
            </a:r>
            <a:r>
              <a:rPr sz="5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{</a:t>
            </a:r>
            <a:r>
              <a:rPr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input_value</a:t>
            </a:r>
            <a:r>
              <a:rPr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}</a:t>
            </a:r>
            <a:r>
              <a:rPr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sz="54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sz="54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sz="5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else</a:t>
            </a:r>
            <a:r>
              <a:rPr lang="en-US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print</a:t>
            </a:r>
            <a:r>
              <a:rPr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(f</a:t>
            </a:r>
            <a:r>
              <a:rPr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"</a:t>
            </a:r>
            <a:r>
              <a:rPr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{</a:t>
            </a:r>
            <a:r>
              <a:rPr lang="en-US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number</a:t>
            </a:r>
            <a:r>
              <a:rPr sz="5400">
                <a:latin typeface="Consolas" panose="020B0609020204030204" charset="0"/>
                <a:cs typeface="Consolas" panose="020B0609020204030204" charset="0"/>
                <a:sym typeface="+mn-ea"/>
              </a:rPr>
              <a:t> = </a:t>
            </a:r>
            <a:r>
              <a:rPr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}</a:t>
            </a:r>
            <a:r>
              <a:rPr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"</a:t>
            </a:r>
            <a:r>
              <a:rPr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)</a:t>
            </a:r>
            <a:endParaRPr lang="en-US" sz="5400">
              <a:solidFill>
                <a:schemeClr val="accent4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</p:txBody>
      </p:sp>
      <p:cxnSp>
        <p:nvCxnSpPr>
          <p:cNvPr id="3" name="Прямая со стрелкой 2"/>
          <p:cNvCxnSpPr/>
          <p:nvPr/>
        </p:nvCxnSpPr>
        <p:spPr>
          <a:xfrm flipH="1">
            <a:off x="20796250" y="7721600"/>
            <a:ext cx="1656080" cy="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Текстовое поле 7"/>
          <p:cNvSpPr txBox="1"/>
          <p:nvPr/>
        </p:nvSpPr>
        <p:spPr>
          <a:xfrm>
            <a:off x="12586970" y="4740910"/>
            <a:ext cx="507365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# ValueError</a:t>
            </a:r>
            <a:endParaRPr lang="ru-RU" altLang="en-US" sz="5400"/>
          </a:p>
        </p:txBody>
      </p:sp>
      <p:sp>
        <p:nvSpPr>
          <p:cNvPr id="7" name="Текстовое поле 6"/>
          <p:cNvSpPr txBox="1"/>
          <p:nvPr/>
        </p:nvSpPr>
        <p:spPr>
          <a:xfrm>
            <a:off x="880110" y="10458450"/>
            <a:ext cx="954532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# </a:t>
            </a:r>
            <a:r>
              <a:rPr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input is </a:t>
            </a:r>
            <a:r>
              <a:rPr lang="en-US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in</a:t>
            </a:r>
            <a:r>
              <a:rPr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valid:</a:t>
            </a:r>
            <a:r>
              <a:rPr lang="en-US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 five</a:t>
            </a:r>
            <a:endParaRPr lang="en-US" altLang="en-US" sz="54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</p:txBody>
      </p:sp>
      <p:cxnSp>
        <p:nvCxnSpPr>
          <p:cNvPr id="9" name="Прямая со стрелкой 8"/>
          <p:cNvCxnSpPr/>
          <p:nvPr/>
        </p:nvCxnSpPr>
        <p:spPr>
          <a:xfrm flipH="1">
            <a:off x="20796250" y="12042140"/>
            <a:ext cx="1656080" cy="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21203285" cy="1755140"/>
          </a:xfrm>
        </p:spPr>
        <p:txBody>
          <a:bodyPr/>
          <a:lstStyle/>
          <a:p>
            <a:r>
              <a:rPr lang="en-US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try-except-else</a:t>
            </a:r>
            <a:endParaRPr lang="en-US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110" y="2249805"/>
            <a:ext cx="17433290" cy="84080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# input -&gt; 42</a:t>
            </a:r>
            <a:endParaRPr sz="54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5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try</a:t>
            </a:r>
            <a:r>
              <a:rPr sz="5400">
                <a:latin typeface="Consolas" panose="020B0609020204030204" charset="0"/>
                <a:cs typeface="Consolas" panose="020B0609020204030204" charset="0"/>
              </a:rPr>
              <a:t>:</a:t>
            </a:r>
            <a:endParaRPr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54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input_value</a:t>
            </a:r>
            <a:r>
              <a:rPr sz="5400"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input</a:t>
            </a:r>
            <a:r>
              <a:rPr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"Enter a number: "</a:t>
            </a:r>
            <a:r>
              <a:rPr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54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number</a:t>
            </a:r>
            <a:r>
              <a:rPr sz="5400"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int</a:t>
            </a:r>
            <a:r>
              <a:rPr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input_value</a:t>
            </a:r>
            <a:r>
              <a:rPr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5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except</a:t>
            </a:r>
            <a:r>
              <a:rPr sz="5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ValueError</a:t>
            </a:r>
            <a:r>
              <a:rPr sz="5400">
                <a:latin typeface="Consolas" panose="020B0609020204030204" charset="0"/>
                <a:cs typeface="Consolas" panose="020B0609020204030204" charset="0"/>
              </a:rPr>
              <a:t>:</a:t>
            </a:r>
            <a:endParaRPr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54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(f</a:t>
            </a:r>
            <a:r>
              <a:rPr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"input is </a:t>
            </a:r>
            <a:r>
              <a:rPr lang="en-US"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</a:t>
            </a:r>
            <a:r>
              <a:rPr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valid:</a:t>
            </a:r>
            <a:r>
              <a:rPr sz="5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{</a:t>
            </a:r>
            <a:r>
              <a:rPr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input_value</a:t>
            </a:r>
            <a:r>
              <a:rPr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}</a:t>
            </a:r>
            <a:r>
              <a:rPr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sz="54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sz="54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sz="5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else</a:t>
            </a:r>
            <a:r>
              <a:rPr lang="en-US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print</a:t>
            </a:r>
            <a:r>
              <a:rPr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(f</a:t>
            </a:r>
            <a:r>
              <a:rPr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"</a:t>
            </a:r>
            <a:r>
              <a:rPr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{</a:t>
            </a:r>
            <a:r>
              <a:rPr lang="en-US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number</a:t>
            </a:r>
            <a:r>
              <a:rPr sz="5400">
                <a:latin typeface="Consolas" panose="020B0609020204030204" charset="0"/>
                <a:cs typeface="Consolas" panose="020B0609020204030204" charset="0"/>
                <a:sym typeface="+mn-ea"/>
              </a:rPr>
              <a:t> = </a:t>
            </a:r>
            <a:r>
              <a:rPr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}</a:t>
            </a:r>
            <a:r>
              <a:rPr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"</a:t>
            </a:r>
            <a:r>
              <a:rPr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)</a:t>
            </a:r>
            <a:endParaRPr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cxnSp>
        <p:nvCxnSpPr>
          <p:cNvPr id="5" name="Прямая со стрелкой 4"/>
          <p:cNvCxnSpPr/>
          <p:nvPr/>
        </p:nvCxnSpPr>
        <p:spPr>
          <a:xfrm flipH="1">
            <a:off x="20796250" y="4409440"/>
            <a:ext cx="1656080" cy="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" name="Прямая со стрелкой 2"/>
          <p:cNvCxnSpPr/>
          <p:nvPr/>
        </p:nvCxnSpPr>
        <p:spPr>
          <a:xfrm flipH="1">
            <a:off x="20796250" y="5201920"/>
            <a:ext cx="1656080" cy="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Текстовое поле 7"/>
          <p:cNvSpPr txBox="1"/>
          <p:nvPr/>
        </p:nvSpPr>
        <p:spPr>
          <a:xfrm>
            <a:off x="12586970" y="4740910"/>
            <a:ext cx="507365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# OK</a:t>
            </a:r>
            <a:endParaRPr lang="ru-RU" altLang="en-US" sz="5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21203285" cy="1755140"/>
          </a:xfrm>
        </p:spPr>
        <p:txBody>
          <a:bodyPr/>
          <a:lstStyle/>
          <a:p>
            <a:r>
              <a:rPr lang="en-US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try-except-else</a:t>
            </a:r>
            <a:endParaRPr lang="en-US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110" y="2249805"/>
            <a:ext cx="17433290" cy="84080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# input -&gt; 42</a:t>
            </a:r>
            <a:endParaRPr sz="54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5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try</a:t>
            </a:r>
            <a:r>
              <a:rPr sz="5400">
                <a:latin typeface="Consolas" panose="020B0609020204030204" charset="0"/>
                <a:cs typeface="Consolas" panose="020B0609020204030204" charset="0"/>
              </a:rPr>
              <a:t>:</a:t>
            </a:r>
            <a:endParaRPr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54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input_value</a:t>
            </a:r>
            <a:r>
              <a:rPr sz="5400"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input</a:t>
            </a:r>
            <a:r>
              <a:rPr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"Enter a number: "</a:t>
            </a:r>
            <a:r>
              <a:rPr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54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number</a:t>
            </a:r>
            <a:r>
              <a:rPr sz="5400"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int</a:t>
            </a:r>
            <a:r>
              <a:rPr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input_value</a:t>
            </a:r>
            <a:r>
              <a:rPr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5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except</a:t>
            </a:r>
            <a:r>
              <a:rPr sz="5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ValueError</a:t>
            </a:r>
            <a:r>
              <a:rPr sz="5400">
                <a:latin typeface="Consolas" panose="020B0609020204030204" charset="0"/>
                <a:cs typeface="Consolas" panose="020B0609020204030204" charset="0"/>
              </a:rPr>
              <a:t>:</a:t>
            </a:r>
            <a:endParaRPr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54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(f</a:t>
            </a:r>
            <a:r>
              <a:rPr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"input is </a:t>
            </a:r>
            <a:r>
              <a:rPr lang="en-US"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</a:t>
            </a:r>
            <a:r>
              <a:rPr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valid:</a:t>
            </a:r>
            <a:r>
              <a:rPr sz="5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{</a:t>
            </a:r>
            <a:r>
              <a:rPr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input_value</a:t>
            </a:r>
            <a:r>
              <a:rPr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}</a:t>
            </a:r>
            <a:r>
              <a:rPr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sz="54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sz="54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sz="5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else</a:t>
            </a:r>
            <a:r>
              <a:rPr lang="en-US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print</a:t>
            </a:r>
            <a:r>
              <a:rPr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(f</a:t>
            </a:r>
            <a:r>
              <a:rPr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"</a:t>
            </a:r>
            <a:r>
              <a:rPr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{</a:t>
            </a:r>
            <a:r>
              <a:rPr lang="en-US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number</a:t>
            </a:r>
            <a:r>
              <a:rPr sz="5400">
                <a:latin typeface="Consolas" panose="020B0609020204030204" charset="0"/>
                <a:cs typeface="Consolas" panose="020B0609020204030204" charset="0"/>
                <a:sym typeface="+mn-ea"/>
              </a:rPr>
              <a:t> = </a:t>
            </a:r>
            <a:r>
              <a:rPr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}</a:t>
            </a:r>
            <a:r>
              <a:rPr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"</a:t>
            </a:r>
            <a:r>
              <a:rPr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)</a:t>
            </a:r>
            <a:endParaRPr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cxnSp>
        <p:nvCxnSpPr>
          <p:cNvPr id="5" name="Прямая со стрелкой 4"/>
          <p:cNvCxnSpPr/>
          <p:nvPr/>
        </p:nvCxnSpPr>
        <p:spPr>
          <a:xfrm flipH="1">
            <a:off x="20762595" y="9378315"/>
            <a:ext cx="1656080" cy="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" name="Прямая со стрелкой 2"/>
          <p:cNvCxnSpPr/>
          <p:nvPr/>
        </p:nvCxnSpPr>
        <p:spPr>
          <a:xfrm flipH="1">
            <a:off x="20762595" y="10170160"/>
            <a:ext cx="1656080" cy="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Текстовое поле 7"/>
          <p:cNvSpPr txBox="1"/>
          <p:nvPr/>
        </p:nvSpPr>
        <p:spPr>
          <a:xfrm>
            <a:off x="12586970" y="4740910"/>
            <a:ext cx="217487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# OK</a:t>
            </a:r>
            <a:endParaRPr lang="ru-RU" altLang="en-US" sz="5400"/>
          </a:p>
        </p:txBody>
      </p:sp>
      <p:sp>
        <p:nvSpPr>
          <p:cNvPr id="7" name="Текстовое поле 6"/>
          <p:cNvSpPr txBox="1"/>
          <p:nvPr/>
        </p:nvSpPr>
        <p:spPr>
          <a:xfrm>
            <a:off x="880110" y="10458450"/>
            <a:ext cx="954532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# number = 42</a:t>
            </a:r>
            <a:endParaRPr lang="en-US" altLang="en-US" sz="54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21203285" cy="1755140"/>
          </a:xfrm>
        </p:spPr>
        <p:txBody>
          <a:bodyPr/>
          <a:lstStyle/>
          <a:p>
            <a:r>
              <a:rPr lang="en-US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try-except-else</a:t>
            </a:r>
            <a:endParaRPr lang="en-US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110" y="2249805"/>
            <a:ext cx="17433290" cy="84080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# input -&gt; 42</a:t>
            </a:r>
            <a:endParaRPr sz="54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5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try</a:t>
            </a:r>
            <a:r>
              <a:rPr sz="5400">
                <a:latin typeface="Consolas" panose="020B0609020204030204" charset="0"/>
                <a:cs typeface="Consolas" panose="020B0609020204030204" charset="0"/>
              </a:rPr>
              <a:t>:</a:t>
            </a:r>
            <a:endParaRPr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54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input_value</a:t>
            </a:r>
            <a:r>
              <a:rPr sz="5400"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input</a:t>
            </a:r>
            <a:r>
              <a:rPr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"Enter a number: "</a:t>
            </a:r>
            <a:r>
              <a:rPr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54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number</a:t>
            </a:r>
            <a:r>
              <a:rPr sz="5400"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int</a:t>
            </a:r>
            <a:r>
              <a:rPr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input_value</a:t>
            </a:r>
            <a:r>
              <a:rPr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5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except</a:t>
            </a:r>
            <a:r>
              <a:rPr sz="5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ValueError</a:t>
            </a:r>
            <a:r>
              <a:rPr sz="5400">
                <a:latin typeface="Consolas" panose="020B0609020204030204" charset="0"/>
                <a:cs typeface="Consolas" panose="020B0609020204030204" charset="0"/>
              </a:rPr>
              <a:t>:</a:t>
            </a:r>
            <a:endParaRPr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54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(f</a:t>
            </a:r>
            <a:r>
              <a:rPr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"input is </a:t>
            </a:r>
            <a:r>
              <a:rPr lang="en-US"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</a:t>
            </a:r>
            <a:r>
              <a:rPr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valid:</a:t>
            </a:r>
            <a:r>
              <a:rPr sz="5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{</a:t>
            </a:r>
            <a:r>
              <a:rPr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input_value</a:t>
            </a:r>
            <a:r>
              <a:rPr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}</a:t>
            </a:r>
            <a:r>
              <a:rPr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sz="54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sz="54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sz="5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else</a:t>
            </a:r>
            <a:r>
              <a:rPr lang="en-US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print</a:t>
            </a:r>
            <a:r>
              <a:rPr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(f</a:t>
            </a:r>
            <a:r>
              <a:rPr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"</a:t>
            </a:r>
            <a:r>
              <a:rPr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{</a:t>
            </a:r>
            <a:r>
              <a:rPr lang="en-US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number</a:t>
            </a:r>
            <a:r>
              <a:rPr sz="5400">
                <a:latin typeface="Consolas" panose="020B0609020204030204" charset="0"/>
                <a:cs typeface="Consolas" panose="020B0609020204030204" charset="0"/>
                <a:sym typeface="+mn-ea"/>
              </a:rPr>
              <a:t> = </a:t>
            </a:r>
            <a:r>
              <a:rPr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}</a:t>
            </a:r>
            <a:r>
              <a:rPr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"</a:t>
            </a:r>
            <a:r>
              <a:rPr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)</a:t>
            </a:r>
            <a:endParaRPr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8" name="Текстовое поле 7"/>
          <p:cNvSpPr txBox="1"/>
          <p:nvPr/>
        </p:nvSpPr>
        <p:spPr>
          <a:xfrm>
            <a:off x="12586970" y="4740910"/>
            <a:ext cx="217487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# OK</a:t>
            </a:r>
            <a:endParaRPr lang="ru-RU" altLang="en-US" sz="5400"/>
          </a:p>
        </p:txBody>
      </p:sp>
      <p:sp>
        <p:nvSpPr>
          <p:cNvPr id="7" name="Текстовое поле 6"/>
          <p:cNvSpPr txBox="1"/>
          <p:nvPr/>
        </p:nvSpPr>
        <p:spPr>
          <a:xfrm>
            <a:off x="880110" y="10458450"/>
            <a:ext cx="954532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# number = 42</a:t>
            </a:r>
            <a:endParaRPr lang="en-US" altLang="en-US" sz="54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</p:txBody>
      </p:sp>
      <p:cxnSp>
        <p:nvCxnSpPr>
          <p:cNvPr id="9" name="Прямая со стрелкой 8"/>
          <p:cNvCxnSpPr/>
          <p:nvPr/>
        </p:nvCxnSpPr>
        <p:spPr>
          <a:xfrm flipH="1">
            <a:off x="20796250" y="12042140"/>
            <a:ext cx="1656080" cy="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21203285" cy="1755140"/>
          </a:xfrm>
        </p:spPr>
        <p:txBody>
          <a:bodyPr/>
          <a:lstStyle/>
          <a:p>
            <a:r>
              <a:rPr lang="en-US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raise</a:t>
            </a:r>
            <a:endParaRPr lang="en-US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110" y="2969260"/>
            <a:ext cx="14056995" cy="83629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</a:t>
            </a:r>
            <a:r>
              <a:rPr 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явное создание исключения</a:t>
            </a:r>
            <a:endParaRPr 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ru-RU" sz="6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raise</a:t>
            </a:r>
            <a:r>
              <a:rPr 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ValueError</a:t>
            </a:r>
            <a:r>
              <a:rPr 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ru-RU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"invalid value"</a:t>
            </a:r>
            <a:r>
              <a:rPr 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..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ValueError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 invalid value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</a:t>
            </a:r>
            <a:r>
              <a:rPr lang="ru-RU" altLang="en-US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неявное создание исключения</a:t>
            </a:r>
            <a:endParaRPr lang="ru-RU" altLang="en-US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ru-RU" altLang="en-US" sz="6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raise</a:t>
            </a:r>
            <a:r>
              <a:rPr lang="ru-RU" alt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ru-RU" altLang="en-US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ValueError</a:t>
            </a:r>
            <a:endParaRPr lang="ru-RU" altLang="en-US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...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ValueError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 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21203285" cy="1755140"/>
          </a:xfrm>
        </p:spPr>
        <p:txBody>
          <a:bodyPr/>
          <a:lstStyle/>
          <a:p>
            <a:r>
              <a:rPr lang="en-US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re-raise</a:t>
            </a:r>
            <a:endParaRPr lang="en-US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110" y="2969260"/>
            <a:ext cx="15996920" cy="86506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6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try</a:t>
            </a:r>
            <a:r>
              <a:rPr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sz="6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raise</a:t>
            </a:r>
            <a:r>
              <a:rPr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ValueError</a:t>
            </a:r>
            <a:r>
              <a:rPr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"invalid value"</a:t>
            </a:r>
            <a:r>
              <a:rPr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6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except</a:t>
            </a:r>
            <a:r>
              <a:rPr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ValueError</a:t>
            </a:r>
            <a:r>
              <a:rPr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sz="6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as</a:t>
            </a:r>
            <a:r>
              <a:rPr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exc</a:t>
            </a:r>
            <a:r>
              <a:rPr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(f</a:t>
            </a:r>
            <a:r>
              <a:rPr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"exception info:</a:t>
            </a:r>
            <a:r>
              <a:rPr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{</a:t>
            </a:r>
            <a:r>
              <a:rPr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exc</a:t>
            </a:r>
            <a:r>
              <a:rPr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}</a:t>
            </a:r>
            <a:r>
              <a:rPr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sz="6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raise</a:t>
            </a:r>
            <a:endParaRPr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</a:t>
            </a:r>
            <a:r>
              <a:rPr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exception info: invalid value</a:t>
            </a:r>
            <a:endParaRPr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...</a:t>
            </a:r>
            <a:endParaRPr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ValueError</a:t>
            </a:r>
            <a:r>
              <a:rPr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 invalid value</a:t>
            </a:r>
            <a:endParaRPr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21203285" cy="1755140"/>
          </a:xfrm>
        </p:spPr>
        <p:txBody>
          <a:bodyPr/>
          <a:lstStyle/>
          <a:p>
            <a:r>
              <a:rPr lang="ru-RU" altLang="en-US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Цепочка исключений</a:t>
            </a:r>
            <a:endParaRPr lang="ru-RU" altLang="en-US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110" y="2105025"/>
            <a:ext cx="22649180" cy="103701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sz="48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connect_to_db</a:t>
            </a:r>
            <a:r>
              <a:rPr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</a:t>
            </a:r>
            <a:r>
              <a:rPr sz="4800"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None</a:t>
            </a:r>
            <a:r>
              <a:rPr sz="4800">
                <a:latin typeface="Consolas" panose="020B0609020204030204" charset="0"/>
                <a:cs typeface="Consolas" panose="020B0609020204030204" charset="0"/>
              </a:rPr>
              <a:t>:</a:t>
            </a:r>
            <a:endParaRPr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48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sz="48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raise</a:t>
            </a:r>
            <a:r>
              <a:rPr sz="48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ConnectionError</a:t>
            </a:r>
            <a:r>
              <a:rPr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sz="48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"fail to connect"</a:t>
            </a:r>
            <a:r>
              <a:rPr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48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try</a:t>
            </a:r>
            <a:r>
              <a:rPr sz="4800">
                <a:latin typeface="Consolas" panose="020B0609020204030204" charset="0"/>
                <a:cs typeface="Consolas" panose="020B0609020204030204" charset="0"/>
              </a:rPr>
              <a:t>:</a:t>
            </a:r>
            <a:endParaRPr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48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connect_to_db</a:t>
            </a:r>
            <a:r>
              <a:rPr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</a:t>
            </a:r>
            <a:endParaRPr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48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except</a:t>
            </a:r>
            <a:r>
              <a:rPr sz="48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ConnectionError</a:t>
            </a:r>
            <a:r>
              <a:rPr sz="4800">
                <a:latin typeface="Consolas" panose="020B0609020204030204" charset="0"/>
                <a:cs typeface="Consolas" panose="020B0609020204030204" charset="0"/>
              </a:rPr>
              <a:t>:</a:t>
            </a:r>
            <a:endParaRPr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48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sz="48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raise</a:t>
            </a:r>
            <a:r>
              <a:rPr sz="48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RuntimeError</a:t>
            </a:r>
            <a:r>
              <a:rPr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sz="48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"transaction failed"</a:t>
            </a:r>
            <a:r>
              <a:rPr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sz="4800">
                <a:latin typeface="Consolas" panose="020B0609020204030204" charset="0"/>
                <a:cs typeface="Consolas" panose="020B0609020204030204" charset="0"/>
              </a:rPr>
              <a:t>...</a:t>
            </a:r>
            <a:endParaRPr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ConnectionError</a:t>
            </a:r>
            <a:r>
              <a:rPr sz="4800">
                <a:latin typeface="Consolas" panose="020B0609020204030204" charset="0"/>
                <a:cs typeface="Consolas" panose="020B0609020204030204" charset="0"/>
              </a:rPr>
              <a:t>: fail to connect</a:t>
            </a:r>
            <a:endParaRPr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During handling of the above exception, another exception occurred:</a:t>
            </a:r>
            <a:endParaRPr lang="en-US" altLang="ru-RU"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sz="4800">
                <a:latin typeface="Consolas" panose="020B0609020204030204" charset="0"/>
                <a:cs typeface="Consolas" panose="020B0609020204030204" charset="0"/>
              </a:rPr>
              <a:t>...</a:t>
            </a:r>
            <a:endParaRPr lang="en-US"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RuntimeError</a:t>
            </a:r>
            <a:r>
              <a:rPr lang="en-US" sz="4800">
                <a:latin typeface="Consolas" panose="020B0609020204030204" charset="0"/>
                <a:cs typeface="Consolas" panose="020B0609020204030204" charset="0"/>
              </a:rPr>
              <a:t>: transaction failed</a:t>
            </a:r>
            <a:endParaRPr lang="en-US" sz="4800"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6470650" cy="1428750"/>
          </a:xfrm>
        </p:spPr>
        <p:txBody>
          <a:bodyPr/>
          <a:lstStyle/>
          <a:p>
            <a:r>
              <a:rPr lang="en-US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raise from</a:t>
            </a:r>
            <a:endParaRPr lang="ru-RU" altLang="en-US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110" y="2105025"/>
            <a:ext cx="23015575" cy="103701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sz="48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connect_to_db</a:t>
            </a:r>
            <a:r>
              <a:rPr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</a:t>
            </a:r>
            <a:r>
              <a:rPr sz="4800"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None</a:t>
            </a:r>
            <a:r>
              <a:rPr sz="4800">
                <a:latin typeface="Consolas" panose="020B0609020204030204" charset="0"/>
                <a:cs typeface="Consolas" panose="020B0609020204030204" charset="0"/>
              </a:rPr>
              <a:t>:</a:t>
            </a:r>
            <a:endParaRPr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48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sz="48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raise</a:t>
            </a:r>
            <a:r>
              <a:rPr sz="48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ConnectionError</a:t>
            </a:r>
            <a:r>
              <a:rPr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sz="48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"fail to connect"</a:t>
            </a:r>
            <a:r>
              <a:rPr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48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try</a:t>
            </a:r>
            <a:r>
              <a:rPr sz="4800">
                <a:latin typeface="Consolas" panose="020B0609020204030204" charset="0"/>
                <a:cs typeface="Consolas" panose="020B0609020204030204" charset="0"/>
              </a:rPr>
              <a:t>:</a:t>
            </a:r>
            <a:endParaRPr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48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connect_to_db</a:t>
            </a:r>
            <a:r>
              <a:rPr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</a:t>
            </a:r>
            <a:endParaRPr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48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except</a:t>
            </a:r>
            <a:r>
              <a:rPr sz="48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ConnectionError</a:t>
            </a:r>
            <a:r>
              <a:rPr lang="en-US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sz="48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as </a:t>
            </a:r>
            <a:r>
              <a:rPr lang="en-US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exc</a:t>
            </a:r>
            <a:r>
              <a:rPr sz="4800">
                <a:latin typeface="Consolas" panose="020B0609020204030204" charset="0"/>
                <a:cs typeface="Consolas" panose="020B0609020204030204" charset="0"/>
              </a:rPr>
              <a:t>:</a:t>
            </a:r>
            <a:endParaRPr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48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sz="48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raise</a:t>
            </a:r>
            <a:r>
              <a:rPr sz="48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RuntimeError</a:t>
            </a:r>
            <a:r>
              <a:rPr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sz="48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"transaction failed"</a:t>
            </a:r>
            <a:r>
              <a:rPr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sz="48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from</a:t>
            </a:r>
            <a:r>
              <a:rPr lang="en-US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exc</a:t>
            </a:r>
            <a:endParaRPr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sz="4800">
                <a:latin typeface="Consolas" panose="020B0609020204030204" charset="0"/>
                <a:cs typeface="Consolas" panose="020B0609020204030204" charset="0"/>
              </a:rPr>
              <a:t>...</a:t>
            </a:r>
            <a:endParaRPr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ConnectionError</a:t>
            </a:r>
            <a:r>
              <a:rPr sz="4800">
                <a:latin typeface="Consolas" panose="020B0609020204030204" charset="0"/>
                <a:cs typeface="Consolas" panose="020B0609020204030204" charset="0"/>
              </a:rPr>
              <a:t>: fail to connect</a:t>
            </a:r>
            <a:endParaRPr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The above exception was the direct cause of the following exception:</a:t>
            </a:r>
            <a:endParaRPr lang="en-US" altLang="ru-RU"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sz="4800">
                <a:latin typeface="Consolas" panose="020B0609020204030204" charset="0"/>
                <a:cs typeface="Consolas" panose="020B0609020204030204" charset="0"/>
              </a:rPr>
              <a:t>...</a:t>
            </a:r>
            <a:endParaRPr lang="en-US"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RuntimeError</a:t>
            </a:r>
            <a:r>
              <a:rPr lang="en-US" sz="4800">
                <a:latin typeface="Consolas" panose="020B0609020204030204" charset="0"/>
                <a:cs typeface="Consolas" panose="020B0609020204030204" charset="0"/>
              </a:rPr>
              <a:t>: transaction failed</a:t>
            </a:r>
            <a:endParaRPr lang="en-US" sz="4800"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0346690" cy="1755140"/>
          </a:xfrm>
        </p:spPr>
        <p:txBody>
          <a:bodyPr/>
          <a:lstStyle/>
          <a:p>
            <a:r>
              <a:rPr lang="en-US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raise from None</a:t>
            </a:r>
            <a:endParaRPr lang="en-US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110" y="2681605"/>
            <a:ext cx="21657310" cy="94145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sz="5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connect_to_db</a:t>
            </a:r>
            <a:r>
              <a:rPr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</a:t>
            </a:r>
            <a:r>
              <a:rPr sz="5400"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None</a:t>
            </a:r>
            <a:r>
              <a:rPr sz="5400">
                <a:latin typeface="Consolas" panose="020B0609020204030204" charset="0"/>
                <a:cs typeface="Consolas" panose="020B0609020204030204" charset="0"/>
              </a:rPr>
              <a:t>:</a:t>
            </a:r>
            <a:endParaRPr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54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sz="5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raise</a:t>
            </a:r>
            <a:r>
              <a:rPr sz="5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ConnectionError</a:t>
            </a:r>
            <a:r>
              <a:rPr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"fail to connect"</a:t>
            </a:r>
            <a:r>
              <a:rPr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5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try</a:t>
            </a:r>
            <a:r>
              <a:rPr sz="5400">
                <a:latin typeface="Consolas" panose="020B0609020204030204" charset="0"/>
                <a:cs typeface="Consolas" panose="020B0609020204030204" charset="0"/>
              </a:rPr>
              <a:t>:</a:t>
            </a:r>
            <a:endParaRPr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54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connect_to_db</a:t>
            </a:r>
            <a:r>
              <a:rPr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</a:t>
            </a:r>
            <a:endParaRPr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5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except</a:t>
            </a:r>
            <a:r>
              <a:rPr sz="5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ConnectionError</a:t>
            </a:r>
            <a:r>
              <a:rPr sz="5400">
                <a:latin typeface="Consolas" panose="020B0609020204030204" charset="0"/>
                <a:cs typeface="Consolas" panose="020B0609020204030204" charset="0"/>
              </a:rPr>
              <a:t>:</a:t>
            </a:r>
            <a:endParaRPr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54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sz="5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raise</a:t>
            </a:r>
            <a:r>
              <a:rPr sz="5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RuntimeError</a:t>
            </a:r>
            <a:r>
              <a:rPr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"transaction failed"</a:t>
            </a:r>
            <a:r>
              <a:rPr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sz="5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from</a:t>
            </a:r>
            <a:r>
              <a:rPr lang="en-US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 None</a:t>
            </a:r>
            <a:endParaRPr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sz="5400">
                <a:latin typeface="Consolas" panose="020B0609020204030204" charset="0"/>
                <a:cs typeface="Consolas" panose="020B0609020204030204" charset="0"/>
              </a:rPr>
              <a:t>...</a:t>
            </a:r>
            <a:endParaRPr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RuntimeError</a:t>
            </a:r>
            <a:r>
              <a:rPr lang="en-US" sz="5400">
                <a:latin typeface="Consolas" panose="020B0609020204030204" charset="0"/>
                <a:cs typeface="Consolas" panose="020B0609020204030204" charset="0"/>
              </a:rPr>
              <a:t>: transaction failed</a:t>
            </a:r>
            <a:endParaRPr lang="en-US" sz="5400"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22971125" cy="1755140"/>
          </a:xfrm>
        </p:spPr>
        <p:txBody>
          <a:bodyPr/>
          <a:lstStyle/>
          <a:p>
            <a:r>
              <a:rPr lang="ru-RU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Механизм распространения ошибок</a:t>
            </a:r>
            <a:endParaRPr lang="ru-RU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110" y="2969260"/>
            <a:ext cx="16718280" cy="87102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sz="60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raise_</a:t>
            </a:r>
            <a:r>
              <a:rPr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</a:t>
            </a:r>
            <a:r>
              <a:rPr sz="6000"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None</a:t>
            </a:r>
            <a:r>
              <a:rPr sz="6000">
                <a:latin typeface="Consolas" panose="020B0609020204030204" charset="0"/>
                <a:cs typeface="Consolas" panose="020B0609020204030204" charset="0"/>
              </a:rPr>
              <a:t>:</a:t>
            </a:r>
            <a:endParaRPr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60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"before raise"</a:t>
            </a:r>
            <a:r>
              <a:rPr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60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sz="6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raise</a:t>
            </a:r>
            <a:r>
              <a:rPr sz="60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Exception</a:t>
            </a:r>
            <a:r>
              <a:rPr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"exc from raise_"</a:t>
            </a:r>
            <a:r>
              <a:rPr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60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"after raise"</a:t>
            </a:r>
            <a:r>
              <a:rPr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sz="60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call_raise</a:t>
            </a:r>
            <a:r>
              <a:rPr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</a:t>
            </a:r>
            <a:r>
              <a:rPr sz="6000"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None</a:t>
            </a:r>
            <a:r>
              <a:rPr sz="6000">
                <a:latin typeface="Consolas" panose="020B0609020204030204" charset="0"/>
                <a:cs typeface="Consolas" panose="020B0609020204030204" charset="0"/>
              </a:rPr>
              <a:t>:</a:t>
            </a:r>
            <a:endParaRPr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60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"before calling raise_"</a:t>
            </a:r>
            <a:r>
              <a:rPr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60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raise_</a:t>
            </a:r>
            <a:r>
              <a:rPr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</a:t>
            </a:r>
            <a:endParaRPr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60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"after calling raise_"</a:t>
            </a:r>
            <a:r>
              <a:rPr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sz="60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22971125" cy="1755140"/>
          </a:xfrm>
        </p:spPr>
        <p:txBody>
          <a:bodyPr/>
          <a:lstStyle/>
          <a:p>
            <a:r>
              <a:rPr lang="ru-RU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Механизм распространения ошибок</a:t>
            </a:r>
            <a:endParaRPr lang="ru-RU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110" y="3401695"/>
            <a:ext cx="17739360" cy="78092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sz="60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process_exception</a:t>
            </a:r>
            <a:r>
              <a:rPr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</a:t>
            </a:r>
            <a:r>
              <a:rPr sz="6000"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None</a:t>
            </a:r>
            <a:r>
              <a:rPr sz="6000">
                <a:latin typeface="Consolas" panose="020B0609020204030204" charset="0"/>
                <a:cs typeface="Consolas" panose="020B0609020204030204" charset="0"/>
              </a:rPr>
              <a:t>:</a:t>
            </a:r>
            <a:endParaRPr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60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sz="6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try</a:t>
            </a:r>
            <a:r>
              <a:rPr sz="6000">
                <a:latin typeface="Consolas" panose="020B0609020204030204" charset="0"/>
                <a:cs typeface="Consolas" panose="020B0609020204030204" charset="0"/>
              </a:rPr>
              <a:t>:</a:t>
            </a:r>
            <a:endParaRPr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6000"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"before exception raising"</a:t>
            </a:r>
            <a:r>
              <a:rPr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6000"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call_raise</a:t>
            </a:r>
            <a:r>
              <a:rPr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</a:t>
            </a:r>
            <a:endParaRPr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6000"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"after exception raising"</a:t>
            </a:r>
            <a:r>
              <a:rPr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60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sz="6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except</a:t>
            </a:r>
            <a:r>
              <a:rPr sz="60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Exception</a:t>
            </a:r>
            <a:r>
              <a:rPr sz="60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sz="6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as</a:t>
            </a:r>
            <a:r>
              <a:rPr sz="60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exc</a:t>
            </a:r>
            <a:r>
              <a:rPr sz="6000">
                <a:latin typeface="Consolas" panose="020B0609020204030204" charset="0"/>
                <a:cs typeface="Consolas" panose="020B0609020204030204" charset="0"/>
              </a:rPr>
              <a:t>:</a:t>
            </a:r>
            <a:endParaRPr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6000"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(f</a:t>
            </a:r>
            <a:r>
              <a:rPr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"process exception:</a:t>
            </a:r>
            <a:r>
              <a:rPr sz="60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{</a:t>
            </a:r>
            <a:r>
              <a:rPr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exc</a:t>
            </a:r>
            <a:r>
              <a:rPr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}</a:t>
            </a:r>
            <a:r>
              <a:rPr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sz="60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22971125" cy="1755140"/>
          </a:xfrm>
        </p:spPr>
        <p:txBody>
          <a:bodyPr/>
          <a:lstStyle/>
          <a:p>
            <a:r>
              <a:rPr lang="ru-RU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Механизм распространения ошибок</a:t>
            </a:r>
            <a:endParaRPr lang="ru-RU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1209675" y="2465705"/>
            <a:ext cx="10017125" cy="12566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process_exception</a:t>
            </a:r>
            <a:r>
              <a:rPr 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</a:t>
            </a:r>
            <a:endParaRPr lang="en-US"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sz="6000"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3" name="Скругленный прямоугольник 2"/>
          <p:cNvSpPr/>
          <p:nvPr/>
        </p:nvSpPr>
        <p:spPr>
          <a:xfrm>
            <a:off x="16691610" y="9882505"/>
            <a:ext cx="6450330" cy="2490470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000">
                <a:solidFill>
                  <a:schemeClr val="tx2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process_exception</a:t>
            </a:r>
            <a:endParaRPr lang="en-US" altLang="en-US" sz="4000">
              <a:solidFill>
                <a:schemeClr val="tx2"/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</p:txBody>
      </p:sp>
      <p:sp>
        <p:nvSpPr>
          <p:cNvPr id="5" name="Текстовое поле 4"/>
          <p:cNvSpPr txBox="1"/>
          <p:nvPr/>
        </p:nvSpPr>
        <p:spPr>
          <a:xfrm>
            <a:off x="1209675" y="3401695"/>
            <a:ext cx="11244580" cy="12566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before exception raising</a:t>
            </a:r>
            <a:endParaRPr lang="en-US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16691610" y="7146290"/>
            <a:ext cx="6450330" cy="249047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000">
                <a:solidFill>
                  <a:schemeClr val="tx2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call_raise</a:t>
            </a:r>
            <a:endParaRPr lang="en-US" sz="4000">
              <a:solidFill>
                <a:schemeClr val="tx2"/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</p:txBody>
      </p:sp>
      <p:sp>
        <p:nvSpPr>
          <p:cNvPr id="9" name="Текстовое поле 8"/>
          <p:cNvSpPr txBox="1"/>
          <p:nvPr/>
        </p:nvSpPr>
        <p:spPr>
          <a:xfrm>
            <a:off x="1209675" y="4410075"/>
            <a:ext cx="10495915" cy="12566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before calling raise_</a:t>
            </a:r>
            <a:endParaRPr lang="en-US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10" name="Скругленный прямоугольник 9"/>
          <p:cNvSpPr/>
          <p:nvPr/>
        </p:nvSpPr>
        <p:spPr>
          <a:xfrm>
            <a:off x="16691610" y="4410075"/>
            <a:ext cx="6450330" cy="249047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000">
                <a:solidFill>
                  <a:schemeClr val="tx2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raise_</a:t>
            </a:r>
            <a:endParaRPr lang="en-US" sz="4000">
              <a:solidFill>
                <a:schemeClr val="tx2"/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</p:txBody>
      </p:sp>
      <p:sp>
        <p:nvSpPr>
          <p:cNvPr id="11" name="Текстовое поле 10"/>
          <p:cNvSpPr txBox="1"/>
          <p:nvPr/>
        </p:nvSpPr>
        <p:spPr>
          <a:xfrm>
            <a:off x="1209675" y="5417820"/>
            <a:ext cx="9108440" cy="12566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before raise</a:t>
            </a:r>
            <a:endParaRPr lang="en-US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12" name="Текстовое поле 11"/>
          <p:cNvSpPr txBox="1"/>
          <p:nvPr/>
        </p:nvSpPr>
        <p:spPr>
          <a:xfrm>
            <a:off x="1209675" y="6426200"/>
            <a:ext cx="10431145" cy="12566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sz="6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raise</a:t>
            </a:r>
            <a:r>
              <a:rPr lang="en-US" sz="60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Exception</a:t>
            </a:r>
            <a:r>
              <a:rPr 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sz="6000">
                <a:latin typeface="Consolas" panose="020B0609020204030204" charset="0"/>
                <a:cs typeface="Consolas" panose="020B0609020204030204" charset="0"/>
              </a:rPr>
              <a:t>...</a:t>
            </a:r>
            <a:r>
              <a:rPr 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sz="60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13" name="Текстовое поле 12"/>
          <p:cNvSpPr txBox="1"/>
          <p:nvPr/>
        </p:nvSpPr>
        <p:spPr>
          <a:xfrm>
            <a:off x="16968470" y="2518410"/>
            <a:ext cx="562800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ru-RU" altLang="ru-RU" sz="5400">
                <a:solidFill>
                  <a:schemeClr val="accent1"/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Стек вызовов</a:t>
            </a:r>
            <a:endParaRPr lang="ru-RU" altLang="ru-RU" sz="5400">
              <a:solidFill>
                <a:schemeClr val="accent1"/>
              </a:solidFill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pic>
        <p:nvPicPr>
          <p:cNvPr id="115" name="Изображение 114"/>
          <p:cNvPicPr/>
          <p:nvPr/>
        </p:nvPicPr>
        <p:blipFill>
          <a:blip r:embed="rId1"/>
          <a:stretch>
            <a:fillRect/>
          </a:stretch>
        </p:blipFill>
        <p:spPr>
          <a:xfrm>
            <a:off x="16619855" y="4409440"/>
            <a:ext cx="1511300" cy="149987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5" grpId="0"/>
      <p:bldP spid="5" grpId="1"/>
      <p:bldP spid="8" grpId="0" animBg="1"/>
      <p:bldP spid="8" grpId="1" animBg="1"/>
      <p:bldP spid="9" grpId="0"/>
      <p:bldP spid="9" grpId="1"/>
      <p:bldP spid="10" grpId="0" animBg="1"/>
      <p:bldP spid="10" grpId="1" animBg="1"/>
      <p:bldP spid="11" grpId="0"/>
      <p:bldP spid="11" grpId="1"/>
      <p:bldP spid="12" grpId="0"/>
      <p:bldP spid="12" grpId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22971125" cy="1755140"/>
          </a:xfrm>
        </p:spPr>
        <p:txBody>
          <a:bodyPr/>
          <a:lstStyle/>
          <a:p>
            <a:r>
              <a:rPr lang="ru-RU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Механизм распространения ошибок</a:t>
            </a:r>
            <a:endParaRPr lang="ru-RU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1209675" y="2465705"/>
            <a:ext cx="10017125" cy="12566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process_exception</a:t>
            </a:r>
            <a:r>
              <a:rPr 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</a:t>
            </a:r>
            <a:endParaRPr lang="en-US"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sz="6000"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3" name="Скругленный прямоугольник 2"/>
          <p:cNvSpPr/>
          <p:nvPr/>
        </p:nvSpPr>
        <p:spPr>
          <a:xfrm>
            <a:off x="16691610" y="9882505"/>
            <a:ext cx="6450330" cy="2490470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000">
                <a:solidFill>
                  <a:schemeClr val="tx2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process_exception</a:t>
            </a:r>
            <a:endParaRPr lang="en-US" altLang="en-US" sz="4000">
              <a:solidFill>
                <a:schemeClr val="tx2"/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</p:txBody>
      </p:sp>
      <p:sp>
        <p:nvSpPr>
          <p:cNvPr id="5" name="Текстовое поле 4"/>
          <p:cNvSpPr txBox="1"/>
          <p:nvPr/>
        </p:nvSpPr>
        <p:spPr>
          <a:xfrm>
            <a:off x="1209675" y="3401695"/>
            <a:ext cx="11652250" cy="12566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before exception raising</a:t>
            </a:r>
            <a:endParaRPr lang="en-US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16691610" y="7146290"/>
            <a:ext cx="6450330" cy="249047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000">
                <a:solidFill>
                  <a:schemeClr val="tx2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call_raise</a:t>
            </a:r>
            <a:endParaRPr lang="en-US" sz="4000">
              <a:solidFill>
                <a:schemeClr val="tx2"/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</p:txBody>
      </p:sp>
      <p:sp>
        <p:nvSpPr>
          <p:cNvPr id="9" name="Текстовое поле 8"/>
          <p:cNvSpPr txBox="1"/>
          <p:nvPr/>
        </p:nvSpPr>
        <p:spPr>
          <a:xfrm>
            <a:off x="1209675" y="4410075"/>
            <a:ext cx="10346690" cy="12566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before calling raise_</a:t>
            </a:r>
            <a:endParaRPr lang="en-US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11" name="Текстовое поле 10"/>
          <p:cNvSpPr txBox="1"/>
          <p:nvPr/>
        </p:nvSpPr>
        <p:spPr>
          <a:xfrm>
            <a:off x="1209675" y="5417820"/>
            <a:ext cx="9108440" cy="12566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before raise</a:t>
            </a:r>
            <a:endParaRPr lang="en-US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12" name="Текстовое поле 11"/>
          <p:cNvSpPr txBox="1"/>
          <p:nvPr/>
        </p:nvSpPr>
        <p:spPr>
          <a:xfrm>
            <a:off x="1209675" y="6426200"/>
            <a:ext cx="10431145" cy="12566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sz="6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raise</a:t>
            </a:r>
            <a:r>
              <a:rPr lang="en-US" sz="60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Exception</a:t>
            </a:r>
            <a:r>
              <a:rPr 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sz="6000">
                <a:latin typeface="Consolas" panose="020B0609020204030204" charset="0"/>
                <a:cs typeface="Consolas" panose="020B0609020204030204" charset="0"/>
              </a:rPr>
              <a:t>...</a:t>
            </a:r>
            <a:r>
              <a:rPr 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sz="60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13" name="Текстовое поле 12"/>
          <p:cNvSpPr txBox="1"/>
          <p:nvPr/>
        </p:nvSpPr>
        <p:spPr>
          <a:xfrm>
            <a:off x="16968470" y="2518410"/>
            <a:ext cx="562800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ru-RU" altLang="ru-RU" sz="5400">
                <a:solidFill>
                  <a:schemeClr val="accent1"/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Стек вызовов</a:t>
            </a:r>
            <a:endParaRPr lang="ru-RU" altLang="ru-RU" sz="5400">
              <a:solidFill>
                <a:schemeClr val="accent1"/>
              </a:solidFill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pic>
        <p:nvPicPr>
          <p:cNvPr id="7" name="Изображение 6"/>
          <p:cNvPicPr/>
          <p:nvPr/>
        </p:nvPicPr>
        <p:blipFill>
          <a:blip r:embed="rId1"/>
          <a:stretch>
            <a:fillRect/>
          </a:stretch>
        </p:blipFill>
        <p:spPr>
          <a:xfrm>
            <a:off x="16619855" y="7145655"/>
            <a:ext cx="1511300" cy="149987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22971125" cy="1755140"/>
          </a:xfrm>
        </p:spPr>
        <p:txBody>
          <a:bodyPr/>
          <a:lstStyle/>
          <a:p>
            <a:r>
              <a:rPr lang="ru-RU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Механизм распространения ошибок</a:t>
            </a:r>
            <a:endParaRPr lang="ru-RU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1209675" y="2465705"/>
            <a:ext cx="10017125" cy="12566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process_exception</a:t>
            </a:r>
            <a:r>
              <a:rPr 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</a:t>
            </a:r>
            <a:endParaRPr lang="en-US"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sz="6000"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3" name="Скругленный прямоугольник 2"/>
          <p:cNvSpPr/>
          <p:nvPr/>
        </p:nvSpPr>
        <p:spPr>
          <a:xfrm>
            <a:off x="16691610" y="9882505"/>
            <a:ext cx="6450330" cy="2490470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000">
                <a:solidFill>
                  <a:schemeClr val="tx2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process_exception</a:t>
            </a:r>
            <a:endParaRPr lang="en-US" altLang="en-US" sz="4000">
              <a:solidFill>
                <a:schemeClr val="tx2"/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</p:txBody>
      </p:sp>
      <p:sp>
        <p:nvSpPr>
          <p:cNvPr id="5" name="Текстовое поле 4"/>
          <p:cNvSpPr txBox="1"/>
          <p:nvPr/>
        </p:nvSpPr>
        <p:spPr>
          <a:xfrm>
            <a:off x="1209675" y="3401695"/>
            <a:ext cx="11754485" cy="12566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before exception raising</a:t>
            </a:r>
            <a:endParaRPr lang="en-US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9" name="Текстовое поле 8"/>
          <p:cNvSpPr txBox="1"/>
          <p:nvPr/>
        </p:nvSpPr>
        <p:spPr>
          <a:xfrm>
            <a:off x="1209675" y="4410075"/>
            <a:ext cx="11062970" cy="12566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before calling raise_</a:t>
            </a:r>
            <a:endParaRPr lang="en-US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11" name="Текстовое поле 10"/>
          <p:cNvSpPr txBox="1"/>
          <p:nvPr/>
        </p:nvSpPr>
        <p:spPr>
          <a:xfrm>
            <a:off x="1209675" y="5417820"/>
            <a:ext cx="9108440" cy="12566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before raise</a:t>
            </a:r>
            <a:endParaRPr lang="en-US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12" name="Текстовое поле 11"/>
          <p:cNvSpPr txBox="1"/>
          <p:nvPr/>
        </p:nvSpPr>
        <p:spPr>
          <a:xfrm>
            <a:off x="1209675" y="6426200"/>
            <a:ext cx="10431145" cy="12566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sz="6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raise</a:t>
            </a:r>
            <a:r>
              <a:rPr lang="en-US" sz="60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Exception</a:t>
            </a:r>
            <a:r>
              <a:rPr 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sz="6000">
                <a:latin typeface="Consolas" panose="020B0609020204030204" charset="0"/>
                <a:cs typeface="Consolas" panose="020B0609020204030204" charset="0"/>
              </a:rPr>
              <a:t>...</a:t>
            </a:r>
            <a:r>
              <a:rPr 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sz="60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13" name="Текстовое поле 12"/>
          <p:cNvSpPr txBox="1"/>
          <p:nvPr/>
        </p:nvSpPr>
        <p:spPr>
          <a:xfrm>
            <a:off x="16968470" y="2518410"/>
            <a:ext cx="562800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ru-RU" altLang="ru-RU" sz="5400">
                <a:solidFill>
                  <a:schemeClr val="accent1"/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Стек вызовов</a:t>
            </a:r>
            <a:endParaRPr lang="ru-RU" altLang="ru-RU" sz="5400">
              <a:solidFill>
                <a:schemeClr val="accent1"/>
              </a:solidFill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18" name="Текстовое поле 17"/>
          <p:cNvSpPr txBox="1"/>
          <p:nvPr/>
        </p:nvSpPr>
        <p:spPr>
          <a:xfrm>
            <a:off x="1282065" y="7433945"/>
            <a:ext cx="15419705" cy="12566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process exception: exc from raise_</a:t>
            </a:r>
            <a:endParaRPr lang="en-US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8" grpId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9064625" cy="1755140"/>
          </a:xfrm>
        </p:spPr>
        <p:txBody>
          <a:bodyPr/>
          <a:lstStyle/>
          <a:p>
            <a:r>
              <a:rPr lang="en-US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LBYL vs EAFP</a:t>
            </a:r>
            <a:endParaRPr lang="en-US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110" y="2245360"/>
            <a:ext cx="10153650" cy="100450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registry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{}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key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"key"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LBYL</a:t>
            </a:r>
            <a:endParaRPr lang="en-US" altLang="ru-RU" sz="54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if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key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in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registry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registry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[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key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])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EAFP</a:t>
            </a:r>
            <a:endParaRPr lang="en-US" altLang="ru-RU" sz="54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try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registry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[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key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])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except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KeyError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pass</a:t>
            </a:r>
            <a:endParaRPr lang="en-US" altLang="ru-RU" sz="5400">
              <a:solidFill>
                <a:srgbClr val="7030A0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3" name="Правая фигурная скобка 2"/>
          <p:cNvSpPr/>
          <p:nvPr/>
        </p:nvSpPr>
        <p:spPr>
          <a:xfrm>
            <a:off x="11033760" y="4841875"/>
            <a:ext cx="648335" cy="1553845"/>
          </a:xfrm>
          <a:prstGeom prst="rightBrace">
            <a:avLst>
              <a:gd name="adj1" fmla="val 36630"/>
              <a:gd name="adj2" fmla="val 50000"/>
            </a:avLst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5" name="Правая фигурная скобка 4"/>
          <p:cNvSpPr/>
          <p:nvPr/>
        </p:nvSpPr>
        <p:spPr>
          <a:xfrm>
            <a:off x="11033760" y="8369935"/>
            <a:ext cx="648335" cy="3769360"/>
          </a:xfrm>
          <a:prstGeom prst="rightBrace">
            <a:avLst>
              <a:gd name="adj1" fmla="val 58472"/>
              <a:gd name="adj2" fmla="val 50000"/>
            </a:avLst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7" name="Текстовое поле 6"/>
          <p:cNvSpPr txBox="1"/>
          <p:nvPr/>
        </p:nvSpPr>
        <p:spPr>
          <a:xfrm>
            <a:off x="12155170" y="4841875"/>
            <a:ext cx="593598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ru-RU" altLang="en-US" sz="4800">
                <a:solidFill>
                  <a:schemeClr val="accent1"/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сначала думаем,</a:t>
            </a:r>
            <a:endParaRPr lang="ru-RU" altLang="en-US" sz="4800">
              <a:solidFill>
                <a:schemeClr val="accent1"/>
              </a:solidFill>
              <a:latin typeface="Arial Black" panose="020B0A04020102020204" pitchFamily="34" charset="0"/>
              <a:cs typeface="Arial Black" panose="020B0A04020102020204" pitchFamily="34" charset="0"/>
            </a:endParaRPr>
          </a:p>
          <a:p>
            <a:pPr algn="ctr"/>
            <a:r>
              <a:rPr lang="ru-RU" altLang="en-US" sz="4800">
                <a:solidFill>
                  <a:schemeClr val="accent1"/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потом делаем</a:t>
            </a:r>
            <a:endParaRPr lang="ru-RU" altLang="en-US" sz="4800">
              <a:solidFill>
                <a:schemeClr val="accent1"/>
              </a:solidFill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8" name="Текстовое поле 7"/>
          <p:cNvSpPr txBox="1"/>
          <p:nvPr/>
        </p:nvSpPr>
        <p:spPr>
          <a:xfrm>
            <a:off x="12155170" y="9450070"/>
            <a:ext cx="593598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ru-RU" altLang="en-US" sz="4800">
                <a:solidFill>
                  <a:schemeClr val="accent1"/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сначала делаем,</a:t>
            </a:r>
            <a:endParaRPr lang="ru-RU" altLang="en-US" sz="4800">
              <a:solidFill>
                <a:schemeClr val="accent1"/>
              </a:solidFill>
              <a:latin typeface="Arial Black" panose="020B0A04020102020204" pitchFamily="34" charset="0"/>
              <a:cs typeface="Arial Black" panose="020B0A04020102020204" pitchFamily="34" charset="0"/>
            </a:endParaRPr>
          </a:p>
          <a:p>
            <a:pPr algn="ctr"/>
            <a:r>
              <a:rPr lang="ru-RU" altLang="en-US" sz="4800">
                <a:solidFill>
                  <a:schemeClr val="accent1"/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потом думаем</a:t>
            </a:r>
            <a:endParaRPr lang="ru-RU" altLang="en-US" sz="4800">
              <a:solidFill>
                <a:schemeClr val="accent1"/>
              </a:solidFill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/>
      <p:bldP spid="3" grpId="1" animBg="1"/>
      <p:bldP spid="7" grpId="1"/>
      <p:bldP spid="5" grpId="0" animBg="1"/>
      <p:bldP spid="8" grpId="0"/>
      <p:bldP spid="5" grpId="1" animBg="1"/>
      <p:bldP spid="8" grpId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9997420" cy="1755140"/>
          </a:xfrm>
        </p:spPr>
        <p:txBody>
          <a:bodyPr/>
          <a:lstStyle/>
          <a:p>
            <a:r>
              <a:rPr lang="ru-RU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Эксперимент</a:t>
            </a:r>
            <a:endParaRPr lang="ru-RU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110" y="2033270"/>
            <a:ext cx="12348845" cy="102406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get_key_lbyl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dict_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dict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[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str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str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]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 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key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str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str 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| 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None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8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if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key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in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dict_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48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return 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dict_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[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key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]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8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return 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None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get_key_eafp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dict_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dict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[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str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str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]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 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key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str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str 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| 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None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8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try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48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return 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dict_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[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key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]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8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except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KeyError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48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return 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None</a:t>
            </a:r>
            <a:endParaRPr lang="en-US" altLang="ru-RU" sz="48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8717260" cy="1475105"/>
          </a:xfrm>
        </p:spPr>
        <p:txBody>
          <a:bodyPr/>
          <a:lstStyle/>
          <a:p>
            <a:r>
              <a:rPr lang="ru-RU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Эксперимент: редкие ошибки</a:t>
            </a:r>
            <a:endParaRPr lang="ru-RU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68680" y="2465070"/>
            <a:ext cx="22056725" cy="94303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import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time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dict_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{</a:t>
            </a:r>
            <a:r>
              <a:rPr lang="en-US" altLang="ru-RU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"key"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"value"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}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time_start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time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time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for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_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in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range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10_000_000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get_key_lbyl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dict_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 </a:t>
            </a:r>
            <a:r>
              <a:rPr lang="en-US" altLang="ru-RU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"key"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(f</a:t>
            </a:r>
            <a:r>
              <a:rPr lang="en-US" altLang="ru-RU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"time spent: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{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time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time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- 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time_start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:.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2f}</a:t>
            </a:r>
            <a:r>
              <a:rPr lang="en-US" altLang="ru-RU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60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time spent: 0.98</a:t>
            </a: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8717260" cy="1475105"/>
          </a:xfrm>
        </p:spPr>
        <p:txBody>
          <a:bodyPr/>
          <a:lstStyle/>
          <a:p>
            <a:r>
              <a:rPr lang="ru-RU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Эксперимент: редкие ошибки</a:t>
            </a:r>
            <a:endParaRPr lang="ru-RU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68680" y="2465070"/>
            <a:ext cx="22056725" cy="94303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import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time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dict_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{</a:t>
            </a:r>
            <a:r>
              <a:rPr lang="en-US" altLang="ru-RU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"key"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"value"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}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time_start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time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time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for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_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in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range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10_000_000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get_key_eafp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dict_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 </a:t>
            </a:r>
            <a:r>
              <a:rPr lang="en-US" altLang="ru-RU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"key"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(f</a:t>
            </a:r>
            <a:r>
              <a:rPr lang="en-US" altLang="ru-RU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"time spent: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{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time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time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- 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time_start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:.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2f}</a:t>
            </a:r>
            <a:r>
              <a:rPr lang="en-US" altLang="ru-RU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60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time spent: 0.87</a:t>
            </a: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8717260" cy="1475105"/>
          </a:xfrm>
        </p:spPr>
        <p:txBody>
          <a:bodyPr/>
          <a:lstStyle/>
          <a:p>
            <a:r>
              <a:rPr lang="ru-RU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Эксперимент: частые ошибки</a:t>
            </a:r>
            <a:endParaRPr lang="ru-RU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68680" y="2465070"/>
            <a:ext cx="22056725" cy="94303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import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time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dict_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{}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time_start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time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time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for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_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in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range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10_000_000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get_key_lbyl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dict_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 </a:t>
            </a:r>
            <a:r>
              <a:rPr lang="en-US" altLang="ru-RU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"key"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(f</a:t>
            </a:r>
            <a:r>
              <a:rPr lang="en-US" altLang="ru-RU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"time spent: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{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time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time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- 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time_start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:.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2f}</a:t>
            </a:r>
            <a:r>
              <a:rPr lang="en-US" altLang="ru-RU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60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time spent: 0.87</a:t>
            </a: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8717260" cy="1475105"/>
          </a:xfrm>
        </p:spPr>
        <p:txBody>
          <a:bodyPr/>
          <a:lstStyle/>
          <a:p>
            <a:r>
              <a:rPr lang="ru-RU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Эксперимент: частые ошибки</a:t>
            </a:r>
            <a:endParaRPr lang="ru-RU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68680" y="2465070"/>
            <a:ext cx="22056725" cy="94303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import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time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dict_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{}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time_start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time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time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for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_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in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range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10_000_000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get_key_eafp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dict_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 </a:t>
            </a:r>
            <a:r>
              <a:rPr lang="en-US" altLang="ru-RU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"key"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(f</a:t>
            </a:r>
            <a:r>
              <a:rPr lang="en-US" altLang="ru-RU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"time spent: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{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time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time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- 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time_start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:.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2f}</a:t>
            </a:r>
            <a:r>
              <a:rPr lang="en-US" altLang="ru-RU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60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time spent: 2.91</a:t>
            </a: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Shape 113"/>
          <p:cNvSpPr txBox="1">
            <a:spLocks noGrp="1"/>
          </p:cNvSpPr>
          <p:nvPr>
            <p:ph type="title"/>
          </p:nvPr>
        </p:nvSpPr>
        <p:spPr>
          <a:xfrm>
            <a:off x="3513455" y="4050030"/>
            <a:ext cx="18225770" cy="2795905"/>
          </a:xfrm>
          <a:prstGeom prst="rect">
            <a:avLst/>
          </a:prstGeom>
        </p:spPr>
        <p:txBody>
          <a:bodyPr lIns="243800" tIns="243800" rIns="243800" bIns="243800" anchor="ctr" anchorCtr="0">
            <a:noAutofit/>
          </a:bodyPr>
          <a:lstStyle/>
          <a:p>
            <a:pPr algn="l"/>
            <a:r>
              <a:rPr lang="ru-RU" altLang="ru-RU" sz="8535" dirty="0" smtClean="0">
                <a:solidFill>
                  <a:schemeClr val="bg1"/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Контекстные менеджеры</a:t>
            </a:r>
            <a:endParaRPr lang="ru-RU" altLang="ru-RU" sz="8535" dirty="0" smtClean="0">
              <a:solidFill>
                <a:schemeClr val="bg1"/>
              </a:solidFill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2" name="Номер слайда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sz="28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fld>
            <a:endParaRPr lang="en-US" sz="2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7" name="Picture 3" descr="C:\Users\Давыдовы\dwhelper\_ФРИЛАНС\МФТИ\Преза ОИ\logo_whit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92603" y="1025352"/>
            <a:ext cx="2016029" cy="731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Группа 2"/>
          <p:cNvGrpSpPr/>
          <p:nvPr/>
        </p:nvGrpSpPr>
        <p:grpSpPr>
          <a:xfrm>
            <a:off x="1137920" y="12258675"/>
            <a:ext cx="1107378" cy="297180"/>
            <a:chOff x="658813" y="5548708"/>
            <a:chExt cx="712787" cy="189326"/>
          </a:xfrm>
        </p:grpSpPr>
        <p:sp>
          <p:nvSpPr>
            <p:cNvPr id="4" name="Овал 3"/>
            <p:cNvSpPr/>
            <p:nvPr/>
          </p:nvSpPr>
          <p:spPr>
            <a:xfrm>
              <a:off x="658813" y="5548708"/>
              <a:ext cx="189326" cy="189326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ru-RU"/>
            </a:p>
          </p:txBody>
        </p:sp>
        <p:sp>
          <p:nvSpPr>
            <p:cNvPr id="5" name="Овал 4"/>
            <p:cNvSpPr/>
            <p:nvPr/>
          </p:nvSpPr>
          <p:spPr>
            <a:xfrm>
              <a:off x="1182274" y="5548708"/>
              <a:ext cx="189326" cy="189326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ru-RU"/>
            </a:p>
          </p:txBody>
        </p:sp>
      </p:grpSp>
      <p:sp>
        <p:nvSpPr>
          <p:cNvPr id="6" name="Овал 5"/>
          <p:cNvSpPr/>
          <p:nvPr/>
        </p:nvSpPr>
        <p:spPr>
          <a:xfrm>
            <a:off x="2722053" y="12258675"/>
            <a:ext cx="294135" cy="29718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20910550" cy="1755140"/>
          </a:xfrm>
        </p:spPr>
        <p:txBody>
          <a:bodyPr/>
          <a:lstStyle/>
          <a:p>
            <a:r>
              <a:rPr lang="ru-RU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Захват и освобождение ресурсов</a:t>
            </a:r>
            <a:endParaRPr lang="ru-RU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110" y="3617595"/>
            <a:ext cx="16032480" cy="60382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</a:t>
            </a:r>
            <a:r>
              <a:rPr 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захват ресурса</a:t>
            </a:r>
            <a:endParaRPr lang="en-US"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file</a:t>
            </a:r>
            <a:r>
              <a:rPr sz="6000"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open</a:t>
            </a:r>
            <a:r>
              <a:rPr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"file.txt"</a:t>
            </a:r>
            <a:r>
              <a:rPr sz="6000">
                <a:latin typeface="Consolas" panose="020B0609020204030204" charset="0"/>
                <a:cs typeface="Consolas" panose="020B0609020204030204" charset="0"/>
              </a:rPr>
              <a:t>, </a:t>
            </a:r>
            <a:r>
              <a:rPr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mode</a:t>
            </a:r>
            <a:r>
              <a:rPr sz="6000">
                <a:latin typeface="Consolas" panose="020B0609020204030204" charset="0"/>
                <a:cs typeface="Consolas" panose="020B0609020204030204" charset="0"/>
              </a:rPr>
              <a:t>=</a:t>
            </a:r>
            <a:r>
              <a:rPr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"w"</a:t>
            </a:r>
            <a:r>
              <a:rPr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file</a:t>
            </a:r>
            <a:r>
              <a:rPr sz="6000"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write</a:t>
            </a:r>
            <a:r>
              <a:rPr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"Hello, World!"</a:t>
            </a:r>
            <a:r>
              <a:rPr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</a:t>
            </a:r>
            <a:r>
              <a:rPr 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освобождение ресурса</a:t>
            </a:r>
            <a:endParaRPr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file</a:t>
            </a:r>
            <a:r>
              <a:rPr sz="6000"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close</a:t>
            </a:r>
            <a:r>
              <a:rPr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</a:t>
            </a:r>
            <a:endParaRPr sz="60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20910550" cy="1755140"/>
          </a:xfrm>
        </p:spPr>
        <p:txBody>
          <a:bodyPr/>
          <a:lstStyle/>
          <a:p>
            <a:r>
              <a:rPr lang="ru-RU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Проблема</a:t>
            </a:r>
            <a:endParaRPr lang="ru-RU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110" y="3617595"/>
            <a:ext cx="16032480" cy="60382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</a:t>
            </a:r>
            <a:r>
              <a:rPr 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захват ресурса</a:t>
            </a:r>
            <a:endParaRPr lang="en-US"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file</a:t>
            </a:r>
            <a:r>
              <a:rPr sz="6000"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open</a:t>
            </a:r>
            <a:r>
              <a:rPr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"file.txt"</a:t>
            </a:r>
            <a:r>
              <a:rPr sz="6000">
                <a:latin typeface="Consolas" panose="020B0609020204030204" charset="0"/>
                <a:cs typeface="Consolas" panose="020B0609020204030204" charset="0"/>
              </a:rPr>
              <a:t>, </a:t>
            </a:r>
            <a:r>
              <a:rPr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mode</a:t>
            </a:r>
            <a:r>
              <a:rPr sz="6000">
                <a:latin typeface="Consolas" panose="020B0609020204030204" charset="0"/>
                <a:cs typeface="Consolas" panose="020B0609020204030204" charset="0"/>
              </a:rPr>
              <a:t>=</a:t>
            </a:r>
            <a:r>
              <a:rPr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"w"</a:t>
            </a:r>
            <a:r>
              <a:rPr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file</a:t>
            </a:r>
            <a:r>
              <a:rPr sz="6000"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write</a:t>
            </a:r>
            <a:r>
              <a:rPr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"Hello, World!"</a:t>
            </a:r>
            <a:r>
              <a:rPr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  </a:t>
            </a:r>
            <a:r>
              <a:rPr lang="en-US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FAIL</a:t>
            </a:r>
            <a:endParaRPr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# </a:t>
            </a:r>
            <a:r>
              <a:rPr 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освобождение ресурса</a:t>
            </a: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 </a:t>
            </a:r>
            <a:r>
              <a:rPr lang="ru-RU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не произойдет</a:t>
            </a:r>
            <a:endParaRPr lang="ru-RU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file</a:t>
            </a:r>
            <a:r>
              <a:rPr sz="6000"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close</a:t>
            </a:r>
            <a:r>
              <a:rPr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</a:t>
            </a:r>
            <a:endParaRPr sz="60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20910550" cy="1755140"/>
          </a:xfrm>
        </p:spPr>
        <p:txBody>
          <a:bodyPr/>
          <a:lstStyle/>
          <a:p>
            <a:r>
              <a:rPr lang="en-US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try-finally</a:t>
            </a:r>
            <a:endParaRPr lang="en-US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110" y="2105025"/>
            <a:ext cx="16984345" cy="100088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6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try</a:t>
            </a:r>
            <a:r>
              <a:rPr sz="6000">
                <a:latin typeface="Consolas" panose="020B0609020204030204" charset="0"/>
                <a:cs typeface="Consolas" panose="020B0609020204030204" charset="0"/>
              </a:rPr>
              <a:t>:</a:t>
            </a:r>
            <a:endParaRPr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60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file</a:t>
            </a:r>
            <a:r>
              <a:rPr sz="6000"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open</a:t>
            </a:r>
            <a:r>
              <a:rPr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"file.txt"</a:t>
            </a:r>
            <a:r>
              <a:rPr sz="6000">
                <a:latin typeface="Consolas" panose="020B0609020204030204" charset="0"/>
                <a:cs typeface="Consolas" panose="020B0609020204030204" charset="0"/>
              </a:rPr>
              <a:t>, </a:t>
            </a:r>
            <a:r>
              <a:rPr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mode</a:t>
            </a:r>
            <a:r>
              <a:rPr sz="6000">
                <a:latin typeface="Consolas" panose="020B0609020204030204" charset="0"/>
                <a:cs typeface="Consolas" panose="020B0609020204030204" charset="0"/>
              </a:rPr>
              <a:t>=</a:t>
            </a:r>
            <a:r>
              <a:rPr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"w"</a:t>
            </a:r>
            <a:r>
              <a:rPr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60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file</a:t>
            </a:r>
            <a:r>
              <a:rPr sz="6000"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write</a:t>
            </a:r>
            <a:r>
              <a:rPr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"Hello, World!"</a:t>
            </a:r>
            <a:r>
              <a:rPr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  </a:t>
            </a:r>
            <a:r>
              <a:rPr lang="en-US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OK</a:t>
            </a:r>
            <a:endParaRPr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60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"succesfully write to file"</a:t>
            </a:r>
            <a:r>
              <a:rPr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6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finally</a:t>
            </a:r>
            <a:r>
              <a:rPr sz="6000">
                <a:latin typeface="Consolas" panose="020B0609020204030204" charset="0"/>
                <a:cs typeface="Consolas" panose="020B0609020204030204" charset="0"/>
              </a:rPr>
              <a:t>:</a:t>
            </a:r>
            <a:endParaRPr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60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file</a:t>
            </a:r>
            <a:r>
              <a:rPr sz="6000"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close</a:t>
            </a:r>
            <a:r>
              <a:rPr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</a:t>
            </a:r>
            <a:endParaRPr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60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"successfully close file"</a:t>
            </a:r>
            <a:r>
              <a:rPr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</a:t>
            </a:r>
            <a:r>
              <a:rPr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succesfully write to file</a:t>
            </a:r>
            <a:endParaRPr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</a:t>
            </a:r>
            <a:r>
              <a:rPr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successfully close file</a:t>
            </a:r>
            <a:endParaRPr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20910550" cy="1755140"/>
          </a:xfrm>
        </p:spPr>
        <p:txBody>
          <a:bodyPr/>
          <a:lstStyle/>
          <a:p>
            <a:r>
              <a:rPr lang="en-US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try-finally</a:t>
            </a:r>
            <a:endParaRPr lang="en-US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110" y="2105025"/>
            <a:ext cx="16984345" cy="100088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6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try</a:t>
            </a:r>
            <a:r>
              <a:rPr sz="6000">
                <a:latin typeface="Consolas" panose="020B0609020204030204" charset="0"/>
                <a:cs typeface="Consolas" panose="020B0609020204030204" charset="0"/>
              </a:rPr>
              <a:t>:</a:t>
            </a:r>
            <a:endParaRPr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60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file</a:t>
            </a:r>
            <a:r>
              <a:rPr sz="6000"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open</a:t>
            </a:r>
            <a:r>
              <a:rPr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"file.txt"</a:t>
            </a:r>
            <a:r>
              <a:rPr sz="6000">
                <a:latin typeface="Consolas" panose="020B0609020204030204" charset="0"/>
                <a:cs typeface="Consolas" panose="020B0609020204030204" charset="0"/>
              </a:rPr>
              <a:t>, </a:t>
            </a:r>
            <a:r>
              <a:rPr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mode</a:t>
            </a:r>
            <a:r>
              <a:rPr sz="6000">
                <a:latin typeface="Consolas" panose="020B0609020204030204" charset="0"/>
                <a:cs typeface="Consolas" panose="020B0609020204030204" charset="0"/>
              </a:rPr>
              <a:t>=</a:t>
            </a:r>
            <a:r>
              <a:rPr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"w"</a:t>
            </a:r>
            <a:r>
              <a:rPr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60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file</a:t>
            </a:r>
            <a:r>
              <a:rPr sz="6000"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write</a:t>
            </a:r>
            <a:r>
              <a:rPr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"Hello, World!"</a:t>
            </a:r>
            <a:r>
              <a:rPr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  </a:t>
            </a:r>
            <a:r>
              <a:rPr lang="en-US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OK</a:t>
            </a:r>
            <a:endParaRPr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60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"succesfully write to file"</a:t>
            </a:r>
            <a:r>
              <a:rPr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6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finally</a:t>
            </a:r>
            <a:r>
              <a:rPr sz="6000">
                <a:latin typeface="Consolas" panose="020B0609020204030204" charset="0"/>
                <a:cs typeface="Consolas" panose="020B0609020204030204" charset="0"/>
              </a:rPr>
              <a:t>:</a:t>
            </a:r>
            <a:endParaRPr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60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file</a:t>
            </a:r>
            <a:r>
              <a:rPr sz="6000"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close</a:t>
            </a:r>
            <a:r>
              <a:rPr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</a:t>
            </a:r>
            <a:endParaRPr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60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"successfully close file"</a:t>
            </a:r>
            <a:r>
              <a:rPr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# </a:t>
            </a:r>
            <a:r>
              <a:rPr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successfully close file</a:t>
            </a:r>
            <a:endParaRPr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sz="6000">
                <a:latin typeface="Consolas" panose="020B0609020204030204" charset="0"/>
                <a:cs typeface="Consolas" panose="020B0609020204030204" charset="0"/>
                <a:sym typeface="+mn-ea"/>
              </a:rPr>
              <a:t>...</a:t>
            </a:r>
            <a:endParaRPr lang="en-US"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UnsupportedOperation</a:t>
            </a:r>
            <a:r>
              <a:rPr lang="en-US" sz="6000">
                <a:latin typeface="Consolas" panose="020B0609020204030204" charset="0"/>
                <a:cs typeface="Consolas" panose="020B0609020204030204" charset="0"/>
                <a:sym typeface="+mn-ea"/>
              </a:rPr>
              <a:t>: not writable</a:t>
            </a:r>
            <a:endParaRPr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20910550" cy="1755140"/>
          </a:xfrm>
        </p:spPr>
        <p:txBody>
          <a:bodyPr/>
          <a:lstStyle/>
          <a:p>
            <a:r>
              <a:rPr lang="en-US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try-except-finally</a:t>
            </a:r>
            <a:endParaRPr lang="en-US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110" y="2177415"/>
            <a:ext cx="12967970" cy="102577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48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try</a:t>
            </a:r>
            <a:r>
              <a:rPr sz="4800">
                <a:latin typeface="Consolas" panose="020B0609020204030204" charset="0"/>
                <a:cs typeface="Consolas" panose="020B0609020204030204" charset="0"/>
              </a:rPr>
              <a:t>:</a:t>
            </a:r>
            <a:endParaRPr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48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file</a:t>
            </a:r>
            <a:r>
              <a:rPr sz="4800"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open</a:t>
            </a:r>
            <a:r>
              <a:rPr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sz="48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"file.txt"</a:t>
            </a:r>
            <a:r>
              <a:rPr sz="4800">
                <a:latin typeface="Consolas" panose="020B0609020204030204" charset="0"/>
                <a:cs typeface="Consolas" panose="020B0609020204030204" charset="0"/>
              </a:rPr>
              <a:t>, </a:t>
            </a:r>
            <a:r>
              <a:rPr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mode</a:t>
            </a:r>
            <a:r>
              <a:rPr sz="4800">
                <a:latin typeface="Consolas" panose="020B0609020204030204" charset="0"/>
                <a:cs typeface="Consolas" panose="020B0609020204030204" charset="0"/>
              </a:rPr>
              <a:t>=</a:t>
            </a:r>
            <a:r>
              <a:rPr sz="48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"r"</a:t>
            </a:r>
            <a:r>
              <a:rPr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48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file</a:t>
            </a:r>
            <a:r>
              <a:rPr sz="4800"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write</a:t>
            </a:r>
            <a:r>
              <a:rPr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sz="48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"Hello, World!"</a:t>
            </a:r>
            <a:r>
              <a:rPr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48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sz="48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"succesfully write to file"</a:t>
            </a:r>
            <a:r>
              <a:rPr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48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except</a:t>
            </a:r>
            <a:r>
              <a:rPr sz="48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Exception</a:t>
            </a:r>
            <a:r>
              <a:rPr sz="48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sz="48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as</a:t>
            </a:r>
            <a:r>
              <a:rPr sz="48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exc</a:t>
            </a:r>
            <a:r>
              <a:rPr sz="4800">
                <a:latin typeface="Consolas" panose="020B0609020204030204" charset="0"/>
                <a:cs typeface="Consolas" panose="020B0609020204030204" charset="0"/>
              </a:rPr>
              <a:t>:</a:t>
            </a:r>
            <a:endParaRPr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48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exc</a:t>
            </a:r>
            <a:r>
              <a:rPr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48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finally</a:t>
            </a:r>
            <a:r>
              <a:rPr sz="4800">
                <a:latin typeface="Consolas" panose="020B0609020204030204" charset="0"/>
                <a:cs typeface="Consolas" panose="020B0609020204030204" charset="0"/>
              </a:rPr>
              <a:t>:</a:t>
            </a:r>
            <a:endParaRPr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48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file</a:t>
            </a:r>
            <a:r>
              <a:rPr sz="4800"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close</a:t>
            </a:r>
            <a:r>
              <a:rPr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</a:t>
            </a:r>
            <a:endParaRPr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48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sz="48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"successfully close file"</a:t>
            </a:r>
            <a:r>
              <a:rPr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</a:t>
            </a:r>
            <a:r>
              <a:rPr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not writable</a:t>
            </a:r>
            <a:endParaRPr sz="48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</a:t>
            </a:r>
            <a:r>
              <a:rPr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successfully close file</a:t>
            </a:r>
            <a:endParaRPr sz="48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20910550" cy="1755140"/>
          </a:xfrm>
        </p:spPr>
        <p:txBody>
          <a:bodyPr/>
          <a:lstStyle/>
          <a:p>
            <a:r>
              <a:rPr lang="en-US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try-except-else-finally</a:t>
            </a:r>
            <a:endParaRPr lang="en-US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110" y="2177415"/>
            <a:ext cx="19067145" cy="102577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5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try</a:t>
            </a:r>
            <a:r>
              <a:rPr sz="5400">
                <a:latin typeface="Consolas" panose="020B0609020204030204" charset="0"/>
                <a:cs typeface="Consolas" panose="020B0609020204030204" charset="0"/>
              </a:rPr>
              <a:t>:</a:t>
            </a:r>
            <a:endParaRPr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54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выполняется всегда</a:t>
            </a:r>
            <a:endParaRPr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54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sz="5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pass</a:t>
            </a:r>
            <a:endParaRPr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5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except</a:t>
            </a:r>
            <a:r>
              <a:rPr sz="5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Exception</a:t>
            </a:r>
            <a:r>
              <a:rPr sz="5400">
                <a:latin typeface="Consolas" panose="020B0609020204030204" charset="0"/>
                <a:cs typeface="Consolas" panose="020B0609020204030204" charset="0"/>
              </a:rPr>
              <a:t>:</a:t>
            </a:r>
            <a:endParaRPr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54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выполняется при ошибке в try-блоке</a:t>
            </a:r>
            <a:endParaRPr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54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sz="5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pass</a:t>
            </a:r>
            <a:endParaRPr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5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else</a:t>
            </a:r>
            <a:r>
              <a:rPr sz="5400">
                <a:latin typeface="Consolas" panose="020B0609020204030204" charset="0"/>
                <a:cs typeface="Consolas" panose="020B0609020204030204" charset="0"/>
              </a:rPr>
              <a:t>:</a:t>
            </a:r>
            <a:endParaRPr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54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выполняется, если в try-блоке нет ошибок</a:t>
            </a:r>
            <a:endParaRPr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54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sz="5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pass</a:t>
            </a:r>
            <a:endParaRPr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5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finally</a:t>
            </a:r>
            <a:r>
              <a:rPr sz="5400">
                <a:latin typeface="Consolas" panose="020B0609020204030204" charset="0"/>
                <a:cs typeface="Consolas" panose="020B0609020204030204" charset="0"/>
              </a:rPr>
              <a:t>:</a:t>
            </a:r>
            <a:endParaRPr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54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выполняется всегда</a:t>
            </a:r>
            <a:endParaRPr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54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sz="5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pass</a:t>
            </a:r>
            <a:endParaRPr sz="5400">
              <a:solidFill>
                <a:srgbClr val="7030A0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20910550" cy="1755140"/>
          </a:xfrm>
        </p:spPr>
        <p:txBody>
          <a:bodyPr/>
          <a:lstStyle/>
          <a:p>
            <a:r>
              <a:rPr lang="en-US" altLang="en-US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with</a:t>
            </a:r>
            <a:endParaRPr lang="en-US" altLang="en-US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110" y="4265295"/>
            <a:ext cx="19067145" cy="38569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</a:t>
            </a:r>
            <a:r>
              <a:rPr lang="ru-RU" altLang="en-US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файл гарантированно будет закрыт</a:t>
            </a:r>
            <a:endParaRPr lang="ru-RU" altLang="en-US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</a:t>
            </a:r>
            <a:r>
              <a:rPr 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что бы ни произошло</a:t>
            </a:r>
            <a:endParaRPr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6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with</a:t>
            </a:r>
            <a:r>
              <a:rPr sz="60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open</a:t>
            </a:r>
            <a:r>
              <a:rPr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"test.txt"</a:t>
            </a:r>
            <a:r>
              <a:rPr sz="6000">
                <a:latin typeface="Consolas" panose="020B0609020204030204" charset="0"/>
                <a:cs typeface="Consolas" panose="020B0609020204030204" charset="0"/>
              </a:rPr>
              <a:t>, </a:t>
            </a:r>
            <a:r>
              <a:rPr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"w"</a:t>
            </a:r>
            <a:r>
              <a:rPr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sz="60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sz="6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as</a:t>
            </a:r>
            <a:r>
              <a:rPr sz="60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file</a:t>
            </a:r>
            <a:r>
              <a:rPr sz="6000">
                <a:latin typeface="Consolas" panose="020B0609020204030204" charset="0"/>
                <a:cs typeface="Consolas" panose="020B0609020204030204" charset="0"/>
              </a:rPr>
              <a:t>:</a:t>
            </a:r>
            <a:endParaRPr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60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file</a:t>
            </a:r>
            <a:r>
              <a:rPr sz="6000"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write</a:t>
            </a:r>
            <a:r>
              <a:rPr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"Hello, World!"</a:t>
            </a:r>
            <a:r>
              <a:rPr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sz="60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20910550" cy="1755140"/>
          </a:xfrm>
        </p:spPr>
        <p:txBody>
          <a:bodyPr/>
          <a:lstStyle/>
          <a:p>
            <a:r>
              <a:rPr lang="ru-RU" altLang="en-US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Множественный </a:t>
            </a:r>
            <a:r>
              <a:rPr lang="en-US" altLang="en-US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with</a:t>
            </a:r>
            <a:endParaRPr lang="en-US" altLang="en-US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110" y="3617595"/>
            <a:ext cx="19067145" cy="60147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6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with</a:t>
            </a:r>
            <a:r>
              <a:rPr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endParaRPr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open</a:t>
            </a:r>
            <a:r>
              <a:rPr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"source.txt"</a:t>
            </a:r>
            <a:r>
              <a:rPr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 </a:t>
            </a:r>
            <a:r>
              <a:rPr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"r"</a:t>
            </a:r>
            <a:r>
              <a:rPr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sz="6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as</a:t>
            </a:r>
            <a:r>
              <a:rPr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file_read</a:t>
            </a:r>
            <a:r>
              <a:rPr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</a:t>
            </a:r>
            <a:endParaRPr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open</a:t>
            </a:r>
            <a:r>
              <a:rPr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"sink.txt"</a:t>
            </a:r>
            <a:r>
              <a:rPr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 </a:t>
            </a:r>
            <a:r>
              <a:rPr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"w"</a:t>
            </a:r>
            <a:r>
              <a:rPr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sz="6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as</a:t>
            </a:r>
            <a:r>
              <a:rPr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file_write</a:t>
            </a:r>
            <a:r>
              <a:rPr 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</a:t>
            </a:r>
            <a:endParaRPr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readen_data</a:t>
            </a:r>
            <a:r>
              <a:rPr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file_read</a:t>
            </a:r>
            <a:r>
              <a:rPr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read</a:t>
            </a:r>
            <a:r>
              <a:rPr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</a:t>
            </a:r>
            <a:endParaRPr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file_write</a:t>
            </a:r>
            <a:r>
              <a:rPr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write</a:t>
            </a:r>
            <a:r>
              <a:rPr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readen_data</a:t>
            </a:r>
            <a:r>
              <a:rPr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sz="60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Shape 113"/>
          <p:cNvSpPr txBox="1">
            <a:spLocks noGrp="1"/>
          </p:cNvSpPr>
          <p:nvPr>
            <p:ph type="title"/>
          </p:nvPr>
        </p:nvSpPr>
        <p:spPr>
          <a:xfrm>
            <a:off x="3513455" y="4050030"/>
            <a:ext cx="18225770" cy="2795905"/>
          </a:xfrm>
          <a:prstGeom prst="rect">
            <a:avLst/>
          </a:prstGeom>
        </p:spPr>
        <p:txBody>
          <a:bodyPr lIns="243800" tIns="243800" rIns="243800" bIns="243800" anchor="ctr" anchorCtr="0">
            <a:noAutofit/>
          </a:bodyPr>
          <a:lstStyle/>
          <a:p>
            <a:pPr algn="l"/>
            <a:r>
              <a:rPr lang="ru-RU" sz="8535" dirty="0" smtClean="0">
                <a:solidFill>
                  <a:schemeClr val="bg1"/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Семинар</a:t>
            </a:r>
            <a:endParaRPr lang="ru-RU" sz="8535" dirty="0" smtClean="0">
              <a:solidFill>
                <a:schemeClr val="bg1"/>
              </a:solidFill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2" name="Номер слайда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sz="28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fld>
            <a:endParaRPr lang="en-US" sz="2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7" name="Picture 3" descr="C:\Users\Давыдовы\dwhelper\_ФРИЛАНС\МФТИ\Преза ОИ\logo_whit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92603" y="1025352"/>
            <a:ext cx="2016029" cy="731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Группа 2"/>
          <p:cNvGrpSpPr/>
          <p:nvPr/>
        </p:nvGrpSpPr>
        <p:grpSpPr>
          <a:xfrm>
            <a:off x="1137920" y="12258675"/>
            <a:ext cx="1107378" cy="297180"/>
            <a:chOff x="658813" y="5548708"/>
            <a:chExt cx="712787" cy="189326"/>
          </a:xfrm>
        </p:grpSpPr>
        <p:sp>
          <p:nvSpPr>
            <p:cNvPr id="4" name="Овал 3"/>
            <p:cNvSpPr/>
            <p:nvPr/>
          </p:nvSpPr>
          <p:spPr>
            <a:xfrm>
              <a:off x="658813" y="5548708"/>
              <a:ext cx="189326" cy="189326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ru-RU"/>
            </a:p>
          </p:txBody>
        </p:sp>
        <p:sp>
          <p:nvSpPr>
            <p:cNvPr id="5" name="Овал 4"/>
            <p:cNvSpPr/>
            <p:nvPr/>
          </p:nvSpPr>
          <p:spPr>
            <a:xfrm>
              <a:off x="1182274" y="5548708"/>
              <a:ext cx="189326" cy="189326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ru-RU"/>
            </a:p>
          </p:txBody>
        </p:sp>
      </p:grpSp>
      <p:sp>
        <p:nvSpPr>
          <p:cNvPr id="6" name="Овал 5"/>
          <p:cNvSpPr/>
          <p:nvPr/>
        </p:nvSpPr>
        <p:spPr>
          <a:xfrm>
            <a:off x="2722053" y="12258675"/>
            <a:ext cx="294135" cy="29718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heme/theme1.xml><?xml version="1.0" encoding="utf-8"?>
<a:theme xmlns:a="http://schemas.openxmlformats.org/drawingml/2006/main" name="simple-light-2">
  <a:themeElements>
    <a:clrScheme name="МФТИ">
      <a:dk1>
        <a:srgbClr val="525252"/>
      </a:dk1>
      <a:lt1>
        <a:srgbClr val="FFFFFF"/>
      </a:lt1>
      <a:dk2>
        <a:srgbClr val="525252"/>
      </a:dk2>
      <a:lt2>
        <a:srgbClr val="FFFFFF"/>
      </a:lt2>
      <a:accent1>
        <a:srgbClr val="0072BC"/>
      </a:accent1>
      <a:accent2>
        <a:srgbClr val="525252"/>
      </a:accent2>
      <a:accent3>
        <a:srgbClr val="7C7C7C"/>
      </a:accent3>
      <a:accent4>
        <a:srgbClr val="FFAB40"/>
      </a:accent4>
      <a:accent5>
        <a:srgbClr val="0072BC"/>
      </a:accent5>
      <a:accent6>
        <a:srgbClr val="525252"/>
      </a:accent6>
      <a:hlink>
        <a:srgbClr val="FFAB40"/>
      </a:hlink>
      <a:folHlink>
        <a:srgbClr val="92C5EB"/>
      </a:folHlink>
    </a:clrScheme>
    <a:fontScheme name="МФТИ">
      <a:majorFont>
        <a:latin typeface="Arial Black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11451</Words>
  <Application>WPS Presentation</Application>
  <PresentationFormat>Произвольный</PresentationFormat>
  <Paragraphs>827</Paragraphs>
  <Slides>53</Slides>
  <Notes>10</Notes>
  <HiddenSlides>0</HiddenSlides>
  <MMClips>2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53</vt:i4>
      </vt:variant>
    </vt:vector>
  </HeadingPairs>
  <TitlesOfParts>
    <vt:vector size="65" baseType="lpstr">
      <vt:lpstr>Arial</vt:lpstr>
      <vt:lpstr>SimSun</vt:lpstr>
      <vt:lpstr>Wingdings</vt:lpstr>
      <vt:lpstr>Arial</vt:lpstr>
      <vt:lpstr>Segoe UI</vt:lpstr>
      <vt:lpstr>Arial Black</vt:lpstr>
      <vt:lpstr>Tahoma</vt:lpstr>
      <vt:lpstr>Franklin Gothic Book</vt:lpstr>
      <vt:lpstr>Consolas</vt:lpstr>
      <vt:lpstr>Microsoft YaHei</vt:lpstr>
      <vt:lpstr>Arial Unicode MS</vt:lpstr>
      <vt:lpstr>simple-light-2</vt:lpstr>
      <vt:lpstr>Исключения</vt:lpstr>
      <vt:lpstr>Исключения</vt:lpstr>
      <vt:lpstr>Примеры исключений</vt:lpstr>
      <vt:lpstr>Иерархия исключений</vt:lpstr>
      <vt:lpstr>Иерархия исключений</vt:lpstr>
      <vt:lpstr>try-except</vt:lpstr>
      <vt:lpstr>Отсутствие исключения</vt:lpstr>
      <vt:lpstr>Непойманные исключения</vt:lpstr>
      <vt:lpstr>Непойманные исключения</vt:lpstr>
      <vt:lpstr>Отсутствие исключения</vt:lpstr>
      <vt:lpstr>Обрабатываемое исключение</vt:lpstr>
      <vt:lpstr>Обрабатываемое исключение</vt:lpstr>
      <vt:lpstr>Обрабатываемое исключение</vt:lpstr>
      <vt:lpstr>Обрабатываемое исключение</vt:lpstr>
      <vt:lpstr>Общий обработчик</vt:lpstr>
      <vt:lpstr>Общий обработчик</vt:lpstr>
      <vt:lpstr>Несколько обработчиков</vt:lpstr>
      <vt:lpstr>Несколько обработчиков</vt:lpstr>
      <vt:lpstr>Порядок выбора обработчика</vt:lpstr>
      <vt:lpstr>Порядок выбора обработчика</vt:lpstr>
      <vt:lpstr>Порядок выбора обработчика</vt:lpstr>
      <vt:lpstr>try-except-else</vt:lpstr>
      <vt:lpstr>try-except-else</vt:lpstr>
      <vt:lpstr>try-except-else</vt:lpstr>
      <vt:lpstr>try-except-else</vt:lpstr>
      <vt:lpstr>try-except-else</vt:lpstr>
      <vt:lpstr>try-except-else</vt:lpstr>
      <vt:lpstr>raise</vt:lpstr>
      <vt:lpstr>re-raise</vt:lpstr>
      <vt:lpstr>Цепочка исключений</vt:lpstr>
      <vt:lpstr>Цепочка исключений</vt:lpstr>
      <vt:lpstr>raise from None</vt:lpstr>
      <vt:lpstr>Механизм распространения ошибок</vt:lpstr>
      <vt:lpstr>Механизм распространения ошибок</vt:lpstr>
      <vt:lpstr>Механизм распространения ошибок</vt:lpstr>
      <vt:lpstr>Механизм распространения ошибок</vt:lpstr>
      <vt:lpstr>Механизм распространения ошибок</vt:lpstr>
      <vt:lpstr>Механизм распространения ошибок</vt:lpstr>
      <vt:lpstr>LBYL vs EAFP</vt:lpstr>
      <vt:lpstr>Эксперимент</vt:lpstr>
      <vt:lpstr>Эксперимент: редкие ошибки</vt:lpstr>
      <vt:lpstr>Эксперимент: редкие ошибки</vt:lpstr>
      <vt:lpstr>Эксперимент: частые ошибки</vt:lpstr>
      <vt:lpstr>Контекстные менеджеры</vt:lpstr>
      <vt:lpstr>Захват и освобождение ресурсов</vt:lpstr>
      <vt:lpstr>Захват и освобождение ресурсов</vt:lpstr>
      <vt:lpstr>try-finally</vt:lpstr>
      <vt:lpstr>try-finally</vt:lpstr>
      <vt:lpstr>try-except-finally</vt:lpstr>
      <vt:lpstr>try-except-else-finally</vt:lpstr>
      <vt:lpstr>with</vt:lpstr>
      <vt:lpstr>Множественный with</vt:lpstr>
      <vt:lpstr>Семинар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MIPT / Phystech</dc:title>
  <dc:creator>Marina</dc:creator>
  <cp:lastModifiedBy>Michail Evgrafov</cp:lastModifiedBy>
  <cp:revision>884</cp:revision>
  <dcterms:created xsi:type="dcterms:W3CDTF">2023-09-07T15:23:00Z</dcterms:created>
  <dcterms:modified xsi:type="dcterms:W3CDTF">2025-11-14T20:26:35Z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939A7A65A70D42D3AFBDFCFAB1B7D962_12</vt:lpwstr>
  </property>
  <property fmtid="{D5CDD505-2E9C-101B-9397-08002B2CF9AE}" pid="3" name="KSOProductBuildVer">
    <vt:lpwstr>1049-12.2.0.23155</vt:lpwstr>
  </property>
</Properties>
</file>