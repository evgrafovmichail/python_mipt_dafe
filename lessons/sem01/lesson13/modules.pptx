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5"/>
  </p:notesMasterIdLst>
  <p:sldIdLst>
    <p:sldId id="306" r:id="rId3"/>
    <p:sldId id="601" r:id="rId4"/>
    <p:sldId id="599" r:id="rId6"/>
    <p:sldId id="647" r:id="rId7"/>
    <p:sldId id="649" r:id="rId8"/>
    <p:sldId id="648" r:id="rId9"/>
    <p:sldId id="685" r:id="rId10"/>
    <p:sldId id="699" r:id="rId11"/>
    <p:sldId id="700" r:id="rId12"/>
    <p:sldId id="702" r:id="rId13"/>
    <p:sldId id="703" r:id="rId14"/>
    <p:sldId id="694" r:id="rId15"/>
    <p:sldId id="686" r:id="rId16"/>
    <p:sldId id="687" r:id="rId17"/>
    <p:sldId id="650" r:id="rId18"/>
    <p:sldId id="689" r:id="rId19"/>
    <p:sldId id="690" r:id="rId20"/>
    <p:sldId id="653" r:id="rId21"/>
    <p:sldId id="657" r:id="rId22"/>
    <p:sldId id="691" r:id="rId23"/>
    <p:sldId id="692" r:id="rId24"/>
    <p:sldId id="654" r:id="rId25"/>
    <p:sldId id="662" r:id="rId26"/>
    <p:sldId id="665" r:id="rId27"/>
    <p:sldId id="666" r:id="rId28"/>
    <p:sldId id="667" r:id="rId29"/>
    <p:sldId id="663" r:id="rId30"/>
    <p:sldId id="668" r:id="rId31"/>
    <p:sldId id="669" r:id="rId32"/>
    <p:sldId id="670" r:id="rId33"/>
    <p:sldId id="671" r:id="rId34"/>
    <p:sldId id="704" r:id="rId35"/>
    <p:sldId id="695" r:id="rId36"/>
    <p:sldId id="658" r:id="rId37"/>
    <p:sldId id="659" r:id="rId38"/>
    <p:sldId id="660" r:id="rId39"/>
    <p:sldId id="672" r:id="rId40"/>
    <p:sldId id="674" r:id="rId41"/>
    <p:sldId id="675" r:id="rId42"/>
    <p:sldId id="677" r:id="rId43"/>
    <p:sldId id="696" r:id="rId44"/>
    <p:sldId id="679" r:id="rId45"/>
    <p:sldId id="680" r:id="rId46"/>
    <p:sldId id="681" r:id="rId47"/>
    <p:sldId id="682" r:id="rId48"/>
    <p:sldId id="684" r:id="rId49"/>
    <p:sldId id="683" r:id="rId50"/>
    <p:sldId id="697" r:id="rId51"/>
  </p:sldIdLst>
  <p:sldSz cx="24742775" cy="13716000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CCCB284-FAD9-4ACF-BBE5-987686199942}">
          <p14:sldIdLst>
            <p14:sldId id="306"/>
            <p14:sldId id="601"/>
            <p14:sldId id="599"/>
            <p14:sldId id="647"/>
            <p14:sldId id="649"/>
            <p14:sldId id="648"/>
            <p14:sldId id="685"/>
            <p14:sldId id="699"/>
            <p14:sldId id="700"/>
            <p14:sldId id="702"/>
            <p14:sldId id="703"/>
            <p14:sldId id="694"/>
            <p14:sldId id="686"/>
            <p14:sldId id="687"/>
            <p14:sldId id="650"/>
            <p14:sldId id="689"/>
            <p14:sldId id="690"/>
            <p14:sldId id="653"/>
            <p14:sldId id="657"/>
            <p14:sldId id="691"/>
            <p14:sldId id="692"/>
            <p14:sldId id="654"/>
            <p14:sldId id="662"/>
            <p14:sldId id="665"/>
            <p14:sldId id="666"/>
            <p14:sldId id="667"/>
            <p14:sldId id="663"/>
            <p14:sldId id="668"/>
            <p14:sldId id="669"/>
            <p14:sldId id="670"/>
            <p14:sldId id="671"/>
            <p14:sldId id="704"/>
            <p14:sldId id="695"/>
            <p14:sldId id="658"/>
            <p14:sldId id="659"/>
            <p14:sldId id="660"/>
            <p14:sldId id="672"/>
            <p14:sldId id="674"/>
            <p14:sldId id="675"/>
            <p14:sldId id="677"/>
            <p14:sldId id="696"/>
            <p14:sldId id="679"/>
            <p14:sldId id="680"/>
            <p14:sldId id="681"/>
            <p14:sldId id="682"/>
            <p14:sldId id="684"/>
            <p14:sldId id="683"/>
            <p14:sldId id="697"/>
          </p14:sldIdLst>
        </p14:section>
        <p14:section name="Раздел без заголовка" id="{F03BB59A-273A-4306-BA96-E51F876B3C4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555" userDrawn="1">
          <p15:clr>
            <a:srgbClr val="A4A3A4"/>
          </p15:clr>
        </p15:guide>
        <p15:guide id="2" pos="7953" userDrawn="1">
          <p15:clr>
            <a:srgbClr val="A4A3A4"/>
          </p15:clr>
        </p15:guide>
        <p15:guide id="4" pos="10349" userDrawn="1">
          <p15:clr>
            <a:srgbClr val="A4A3A4"/>
          </p15:clr>
        </p15:guide>
        <p15:guide id="5" pos="5464" userDrawn="1">
          <p15:clr>
            <a:srgbClr val="A4A3A4"/>
          </p15:clr>
        </p15:guide>
        <p15:guide id="7" pos="626" userDrawn="1">
          <p15:clr>
            <a:srgbClr val="A4A3A4"/>
          </p15:clr>
        </p15:guide>
        <p15:guide id="8" pos="14909" userDrawn="1">
          <p15:clr>
            <a:srgbClr val="A4A3A4"/>
          </p15:clr>
        </p15:guide>
        <p15:guide id="12" orient="horz" pos="8014" userDrawn="1">
          <p15:clr>
            <a:srgbClr val="A4A3A4"/>
          </p15:clr>
        </p15:guide>
        <p15:guide id="13" orient="horz" pos="1870" userDrawn="1">
          <p15:clr>
            <a:srgbClr val="A4A3A4"/>
          </p15:clr>
        </p15:guide>
        <p15:guide id="14" pos="11296" userDrawn="1">
          <p15:clr>
            <a:srgbClr val="A4A3A4"/>
          </p15:clr>
        </p15:guide>
        <p15:guide id="15" pos="4230" userDrawn="1">
          <p15:clr>
            <a:srgbClr val="A4A3A4"/>
          </p15:clr>
        </p15:guide>
        <p15:guide id="16" orient="horz" pos="259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B683"/>
    <a:srgbClr val="0072BC"/>
    <a:srgbClr val="C09D29"/>
    <a:srgbClr val="525252"/>
    <a:srgbClr val="CC4E3F"/>
    <a:srgbClr val="3E3E3E"/>
    <a:srgbClr val="68045E"/>
    <a:srgbClr val="99CA89"/>
    <a:srgbClr val="CFE09A"/>
    <a:srgbClr val="DAED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3" autoAdjust="0"/>
    <p:restoredTop sz="96395" autoAdjust="0"/>
  </p:normalViewPr>
  <p:slideViewPr>
    <p:cSldViewPr showGuides="1">
      <p:cViewPr varScale="1">
        <p:scale>
          <a:sx n="58" d="100"/>
          <a:sy n="58" d="100"/>
        </p:scale>
        <p:origin x="408" y="108"/>
      </p:cViewPr>
      <p:guideLst>
        <p:guide orient="horz" pos="555"/>
        <p:guide pos="7953"/>
        <p:guide pos="10349"/>
        <p:guide pos="5464"/>
        <p:guide pos="626"/>
        <p:guide pos="14909"/>
        <p:guide orient="horz" pos="8014"/>
        <p:guide orient="horz" pos="1870"/>
        <p:guide pos="11296"/>
        <p:guide pos="4230"/>
        <p:guide orient="horz" pos="259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-73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5" Type="http://schemas.openxmlformats.org/officeDocument/2006/relationships/commentAuthors" Target="commentAuthors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1pPr>
    <a:lvl2pPr marL="123063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2pPr>
    <a:lvl3pPr marL="246062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3pPr>
    <a:lvl4pPr marL="369125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4pPr>
    <a:lvl5pPr marL="492188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5pPr>
    <a:lvl6pPr marL="615251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6pPr>
    <a:lvl7pPr marL="738251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7pPr>
    <a:lvl8pPr marL="861314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8pPr>
    <a:lvl9pPr marL="984377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subTitle" idx="1"/>
          </p:nvPr>
        </p:nvSpPr>
        <p:spPr>
          <a:xfrm>
            <a:off x="843437" y="7768736"/>
            <a:ext cx="23055913" cy="312171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50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9pPr>
          </a:lstStyle>
          <a:p>
            <a:endParaRPr dirty="0"/>
          </a:p>
        </p:txBody>
      </p:sp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843456" y="2753544"/>
            <a:ext cx="23055913" cy="4464497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algn="ctr">
              <a:spcBef>
                <a:spcPts val="0"/>
              </a:spcBef>
              <a:buSzPct val="100000"/>
              <a:defRPr sz="130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spcBef>
                <a:spcPts val="0"/>
              </a:spcBef>
              <a:buSzPct val="100000"/>
              <a:defRPr sz="13865"/>
            </a:lvl2pPr>
            <a:lvl3pPr algn="ctr">
              <a:spcBef>
                <a:spcPts val="0"/>
              </a:spcBef>
              <a:buSzPct val="100000"/>
              <a:defRPr sz="13865"/>
            </a:lvl3pPr>
            <a:lvl4pPr algn="ctr">
              <a:spcBef>
                <a:spcPts val="0"/>
              </a:spcBef>
              <a:buSzPct val="100000"/>
              <a:defRPr sz="13865"/>
            </a:lvl4pPr>
            <a:lvl5pPr algn="ctr">
              <a:spcBef>
                <a:spcPts val="0"/>
              </a:spcBef>
              <a:buSzPct val="100000"/>
              <a:defRPr sz="13865"/>
            </a:lvl5pPr>
            <a:lvl6pPr algn="ctr">
              <a:spcBef>
                <a:spcPts val="0"/>
              </a:spcBef>
              <a:buSzPct val="100000"/>
              <a:defRPr sz="13865"/>
            </a:lvl6pPr>
            <a:lvl7pPr algn="ctr">
              <a:spcBef>
                <a:spcPts val="0"/>
              </a:spcBef>
              <a:buSzPct val="100000"/>
              <a:defRPr sz="13865"/>
            </a:lvl7pPr>
            <a:lvl8pPr algn="ctr">
              <a:spcBef>
                <a:spcPts val="0"/>
              </a:spcBef>
              <a:buSzPct val="100000"/>
              <a:defRPr sz="13865"/>
            </a:lvl8pPr>
            <a:lvl9pPr algn="ctr">
              <a:spcBef>
                <a:spcPts val="0"/>
              </a:spcBef>
              <a:buSzPct val="100000"/>
              <a:defRPr sz="13865"/>
            </a:lvl9pPr>
          </a:lstStyle>
          <a:p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r"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843437" y="5705872"/>
            <a:ext cx="23055913" cy="2244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SzPct val="100000"/>
              <a:defRPr sz="85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spcBef>
                <a:spcPts val="0"/>
              </a:spcBef>
              <a:buSzPct val="100000"/>
              <a:defRPr sz="9600"/>
            </a:lvl2pPr>
            <a:lvl3pPr algn="ctr">
              <a:spcBef>
                <a:spcPts val="0"/>
              </a:spcBef>
              <a:buSzPct val="100000"/>
              <a:defRPr sz="9600"/>
            </a:lvl3pPr>
            <a:lvl4pPr algn="ctr">
              <a:spcBef>
                <a:spcPts val="0"/>
              </a:spcBef>
              <a:buSzPct val="100000"/>
              <a:defRPr sz="9600"/>
            </a:lvl4pPr>
            <a:lvl5pPr algn="ctr">
              <a:spcBef>
                <a:spcPts val="0"/>
              </a:spcBef>
              <a:buSzPct val="100000"/>
              <a:defRPr sz="9600"/>
            </a:lvl5pPr>
            <a:lvl6pPr algn="ctr">
              <a:spcBef>
                <a:spcPts val="0"/>
              </a:spcBef>
              <a:buSzPct val="100000"/>
              <a:defRPr sz="9600"/>
            </a:lvl6pPr>
            <a:lvl7pPr algn="ctr">
              <a:spcBef>
                <a:spcPts val="0"/>
              </a:spcBef>
              <a:buSzPct val="100000"/>
              <a:defRPr sz="9600"/>
            </a:lvl7pPr>
            <a:lvl8pPr algn="ctr">
              <a:spcBef>
                <a:spcPts val="0"/>
              </a:spcBef>
              <a:buSzPct val="100000"/>
              <a:defRPr sz="9600"/>
            </a:lvl8pPr>
            <a:lvl9pPr algn="ctr">
              <a:spcBef>
                <a:spcPts val="0"/>
              </a:spcBef>
              <a:buSzPct val="100000"/>
              <a:defRPr sz="9600"/>
            </a:lvl9pPr>
          </a:lstStyle>
          <a:p>
            <a:endParaRPr dirty="0"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r"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79931" y="557213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8" name="Shape 17"/>
          <p:cNvSpPr txBox="1">
            <a:spLocks noGrp="1"/>
          </p:cNvSpPr>
          <p:nvPr>
            <p:ph type="body" idx="13"/>
          </p:nvPr>
        </p:nvSpPr>
        <p:spPr>
          <a:xfrm>
            <a:off x="857782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9" name="Shape 17"/>
          <p:cNvSpPr txBox="1">
            <a:spLocks noGrp="1"/>
          </p:cNvSpPr>
          <p:nvPr>
            <p:ph type="body" idx="14"/>
          </p:nvPr>
        </p:nvSpPr>
        <p:spPr>
          <a:xfrm>
            <a:off x="16224001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78661" y="560919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2469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10791982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5" name="Shape 17"/>
          <p:cNvSpPr txBox="1">
            <a:spLocks noGrp="1"/>
          </p:cNvSpPr>
          <p:nvPr>
            <p:ph type="body" idx="13"/>
          </p:nvPr>
        </p:nvSpPr>
        <p:spPr>
          <a:xfrm>
            <a:off x="12235755" y="3905250"/>
            <a:ext cx="10791982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2469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10791982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2469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3251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5" name="Shape 17"/>
          <p:cNvSpPr txBox="1">
            <a:spLocks noGrp="1"/>
          </p:cNvSpPr>
          <p:nvPr>
            <p:ph type="body" idx="13"/>
          </p:nvPr>
        </p:nvSpPr>
        <p:spPr>
          <a:xfrm>
            <a:off x="12257658" y="3905250"/>
            <a:ext cx="5320208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None/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0" name="Shape 17"/>
          <p:cNvSpPr txBox="1">
            <a:spLocks noGrp="1"/>
          </p:cNvSpPr>
          <p:nvPr>
            <p:ph type="body" idx="14"/>
          </p:nvPr>
        </p:nvSpPr>
        <p:spPr>
          <a:xfrm>
            <a:off x="6603504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1" name="Shape 17"/>
          <p:cNvSpPr txBox="1">
            <a:spLocks noGrp="1"/>
          </p:cNvSpPr>
          <p:nvPr>
            <p:ph type="body" idx="15"/>
          </p:nvPr>
        </p:nvSpPr>
        <p:spPr>
          <a:xfrm>
            <a:off x="17892761" y="3905250"/>
            <a:ext cx="5320208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None/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2"/>
          <p:cNvSpPr>
            <a:spLocks noGrp="1"/>
          </p:cNvSpPr>
          <p:nvPr>
            <p:ph type="pic" idx="13"/>
          </p:nvPr>
        </p:nvSpPr>
        <p:spPr>
          <a:xfrm>
            <a:off x="8690595" y="4081463"/>
            <a:ext cx="7244730" cy="57917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idx="15"/>
          </p:nvPr>
        </p:nvSpPr>
        <p:spPr>
          <a:xfrm>
            <a:off x="16352395" y="4081463"/>
            <a:ext cx="7244730" cy="57917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79931" y="557213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Shape 17"/>
          <p:cNvSpPr txBox="1">
            <a:spLocks noGrp="1"/>
          </p:cNvSpPr>
          <p:nvPr>
            <p:ph type="body" idx="14"/>
          </p:nvPr>
        </p:nvSpPr>
        <p:spPr>
          <a:xfrm>
            <a:off x="8580486" y="10029025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4" name="Shape 17"/>
          <p:cNvSpPr txBox="1">
            <a:spLocks noGrp="1"/>
          </p:cNvSpPr>
          <p:nvPr>
            <p:ph type="body" idx="16"/>
          </p:nvPr>
        </p:nvSpPr>
        <p:spPr>
          <a:xfrm>
            <a:off x="16242286" y="10029025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Рисунок 2"/>
          <p:cNvSpPr>
            <a:spLocks noGrp="1"/>
          </p:cNvSpPr>
          <p:nvPr>
            <p:ph type="pic" idx="19"/>
          </p:nvPr>
        </p:nvSpPr>
        <p:spPr>
          <a:xfrm>
            <a:off x="18017851" y="8226152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3" name="Рисунок 2"/>
          <p:cNvSpPr>
            <a:spLocks noGrp="1"/>
          </p:cNvSpPr>
          <p:nvPr>
            <p:ph type="pic" idx="20"/>
          </p:nvPr>
        </p:nvSpPr>
        <p:spPr>
          <a:xfrm>
            <a:off x="12371387" y="8226152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4" name="Рисунок 2"/>
          <p:cNvSpPr>
            <a:spLocks noGrp="1"/>
          </p:cNvSpPr>
          <p:nvPr>
            <p:ph type="pic" idx="21"/>
          </p:nvPr>
        </p:nvSpPr>
        <p:spPr>
          <a:xfrm>
            <a:off x="6720856" y="8226152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37" name="Рисунок 2"/>
          <p:cNvSpPr>
            <a:spLocks noGrp="1"/>
          </p:cNvSpPr>
          <p:nvPr>
            <p:ph type="pic" idx="17"/>
          </p:nvPr>
        </p:nvSpPr>
        <p:spPr>
          <a:xfrm>
            <a:off x="18017851" y="4090987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35" name="Рисунок 2"/>
          <p:cNvSpPr>
            <a:spLocks noGrp="1"/>
          </p:cNvSpPr>
          <p:nvPr>
            <p:ph type="pic" idx="15"/>
          </p:nvPr>
        </p:nvSpPr>
        <p:spPr>
          <a:xfrm>
            <a:off x="12371387" y="4090987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idx="13"/>
          </p:nvPr>
        </p:nvSpPr>
        <p:spPr>
          <a:xfrm>
            <a:off x="6720856" y="4090987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3251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20" name="Shape 17"/>
          <p:cNvSpPr txBox="1">
            <a:spLocks noGrp="1"/>
          </p:cNvSpPr>
          <p:nvPr>
            <p:ph type="body" idx="14"/>
          </p:nvPr>
        </p:nvSpPr>
        <p:spPr>
          <a:xfrm>
            <a:off x="6610747" y="7385298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36" name="Shape 17"/>
          <p:cNvSpPr txBox="1">
            <a:spLocks noGrp="1"/>
          </p:cNvSpPr>
          <p:nvPr>
            <p:ph type="body" idx="16"/>
          </p:nvPr>
        </p:nvSpPr>
        <p:spPr>
          <a:xfrm>
            <a:off x="12261278" y="7385298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38" name="Shape 17"/>
          <p:cNvSpPr txBox="1">
            <a:spLocks noGrp="1"/>
          </p:cNvSpPr>
          <p:nvPr>
            <p:ph type="body" idx="18"/>
          </p:nvPr>
        </p:nvSpPr>
        <p:spPr>
          <a:xfrm>
            <a:off x="17907742" y="7385298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5" name="Shape 17"/>
          <p:cNvSpPr txBox="1">
            <a:spLocks noGrp="1"/>
          </p:cNvSpPr>
          <p:nvPr>
            <p:ph type="body" idx="22"/>
          </p:nvPr>
        </p:nvSpPr>
        <p:spPr>
          <a:xfrm>
            <a:off x="6610747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6" name="Shape 17"/>
          <p:cNvSpPr txBox="1">
            <a:spLocks noGrp="1"/>
          </p:cNvSpPr>
          <p:nvPr>
            <p:ph type="body" idx="23"/>
          </p:nvPr>
        </p:nvSpPr>
        <p:spPr>
          <a:xfrm>
            <a:off x="12261278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7" name="Shape 17"/>
          <p:cNvSpPr txBox="1">
            <a:spLocks noGrp="1"/>
          </p:cNvSpPr>
          <p:nvPr>
            <p:ph type="body" idx="24"/>
          </p:nvPr>
        </p:nvSpPr>
        <p:spPr>
          <a:xfrm>
            <a:off x="17907742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Рисунок 2"/>
          <p:cNvSpPr>
            <a:spLocks noGrp="1"/>
          </p:cNvSpPr>
          <p:nvPr>
            <p:ph type="pic" idx="20"/>
          </p:nvPr>
        </p:nvSpPr>
        <p:spPr>
          <a:xfrm>
            <a:off x="12371387" y="4084320"/>
            <a:ext cx="5226744" cy="7280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4" name="Рисунок 2"/>
          <p:cNvSpPr>
            <a:spLocks noGrp="1"/>
          </p:cNvSpPr>
          <p:nvPr>
            <p:ph type="pic" idx="21"/>
          </p:nvPr>
        </p:nvSpPr>
        <p:spPr>
          <a:xfrm>
            <a:off x="6720856" y="4084320"/>
            <a:ext cx="5226744" cy="7280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2" name="Рисунок 2"/>
          <p:cNvSpPr>
            <a:spLocks noGrp="1"/>
          </p:cNvSpPr>
          <p:nvPr>
            <p:ph type="pic" idx="19"/>
          </p:nvPr>
        </p:nvSpPr>
        <p:spPr>
          <a:xfrm>
            <a:off x="18017851" y="4084320"/>
            <a:ext cx="5226744" cy="7280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3251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45" name="Shape 17"/>
          <p:cNvSpPr txBox="1">
            <a:spLocks noGrp="1"/>
          </p:cNvSpPr>
          <p:nvPr>
            <p:ph type="body" idx="22"/>
          </p:nvPr>
        </p:nvSpPr>
        <p:spPr>
          <a:xfrm>
            <a:off x="6610747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6" name="Shape 17"/>
          <p:cNvSpPr txBox="1">
            <a:spLocks noGrp="1"/>
          </p:cNvSpPr>
          <p:nvPr>
            <p:ph type="body" idx="23"/>
          </p:nvPr>
        </p:nvSpPr>
        <p:spPr>
          <a:xfrm>
            <a:off x="12261278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7" name="Shape 17"/>
          <p:cNvSpPr txBox="1">
            <a:spLocks noGrp="1"/>
          </p:cNvSpPr>
          <p:nvPr>
            <p:ph type="body" idx="24"/>
          </p:nvPr>
        </p:nvSpPr>
        <p:spPr>
          <a:xfrm>
            <a:off x="17907742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71388" y="720000"/>
            <a:ext cx="21600000" cy="1440000"/>
          </a:xfrm>
        </p:spPr>
        <p:txBody>
          <a:bodyPr lIns="0" tIns="0" rIns="0" bIns="0"/>
          <a:lstStyle>
            <a:lvl1pPr algn="ctr" fontAlgn="base">
              <a:defRPr sz="6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1403388" y="12628800"/>
            <a:ext cx="5400000" cy="633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8411388" y="12628800"/>
            <a:ext cx="7920000" cy="633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843437" y="1186742"/>
            <a:ext cx="23055913" cy="15271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843437" y="3073267"/>
            <a:ext cx="23055913" cy="9110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r"/>
            <a:fld id="{00000000-1234-1234-1234-123412341234}" type="slidenum">
              <a:rPr lang="en-US" sz="2665" smtClean="0">
                <a:solidFill>
                  <a:schemeClr val="dk2"/>
                </a:solidFill>
              </a:rPr>
            </a:fld>
            <a:endParaRPr lang="en-US" sz="2665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jpe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11722735" y="11754485"/>
            <a:ext cx="12978130" cy="1567815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Докладчик: Евграфов Михаил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7474585" y="5899785"/>
            <a:ext cx="9789795" cy="191643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ru-RU" sz="9600" dirty="0">
                <a:solidFill>
                  <a:schemeClr val="bg1"/>
                </a:solidFill>
              </a:rPr>
              <a:t>Модули</a:t>
            </a:r>
            <a:endParaRPr lang="ru-RU" sz="9600" dirty="0">
              <a:solidFill>
                <a:schemeClr val="bg1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8371" y="1025352"/>
            <a:ext cx="2437777" cy="738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9566275" y="4193540"/>
            <a:ext cx="5610860" cy="2148205"/>
          </a:xfrm>
          <a:prstGeom prst="rect">
            <a:avLst/>
          </a:prstGeom>
        </p:spPr>
        <p:txBody>
          <a:bodyPr lIns="243800" tIns="243800" rIns="243800" bIns="243800" anchor="ctr" anchorCtr="0">
            <a:noAutofit/>
          </a:bodyPr>
          <a:lstStyle/>
          <a:p>
            <a:pPr algn="ctr"/>
            <a:r>
              <a:rPr 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Модули</a:t>
            </a:r>
            <a:endParaRPr 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2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fld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Группа 9"/>
          <p:cNvGrpSpPr/>
          <p:nvPr/>
        </p:nvGrpSpPr>
        <p:grpSpPr>
          <a:xfrm>
            <a:off x="1137920" y="12258675"/>
            <a:ext cx="3419475" cy="297180"/>
            <a:chOff x="1792" y="19305"/>
            <a:chExt cx="5385" cy="468"/>
          </a:xfrm>
        </p:grpSpPr>
        <p:grpSp>
          <p:nvGrpSpPr>
            <p:cNvPr id="3" name="Группа 2"/>
            <p:cNvGrpSpPr/>
            <p:nvPr/>
          </p:nvGrpSpPr>
          <p:grpSpPr>
            <a:xfrm>
              <a:off x="1792" y="19305"/>
              <a:ext cx="1744" cy="468"/>
              <a:chOff x="658813" y="5548708"/>
              <a:chExt cx="712787" cy="189326"/>
            </a:xfrm>
          </p:grpSpPr>
          <p:sp>
            <p:nvSpPr>
              <p:cNvPr id="4" name="Овал 3"/>
              <p:cNvSpPr/>
              <p:nvPr/>
            </p:nvSpPr>
            <p:spPr>
              <a:xfrm>
                <a:off x="658813" y="5548708"/>
                <a:ext cx="189326" cy="189326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ru-RU"/>
              </a:p>
            </p:txBody>
          </p:sp>
          <p:sp>
            <p:nvSpPr>
              <p:cNvPr id="5" name="Овал 4"/>
              <p:cNvSpPr/>
              <p:nvPr/>
            </p:nvSpPr>
            <p:spPr>
              <a:xfrm>
                <a:off x="1182274" y="5548708"/>
                <a:ext cx="189326" cy="189326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ru-RU"/>
              </a:p>
            </p:txBody>
          </p:sp>
        </p:grpSp>
        <p:sp>
          <p:nvSpPr>
            <p:cNvPr id="6" name="Овал 5"/>
            <p:cNvSpPr/>
            <p:nvPr/>
          </p:nvSpPr>
          <p:spPr>
            <a:xfrm>
              <a:off x="4287" y="19305"/>
              <a:ext cx="463" cy="46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8" name="Овал 7"/>
            <p:cNvSpPr/>
            <p:nvPr/>
          </p:nvSpPr>
          <p:spPr>
            <a:xfrm>
              <a:off x="5501" y="19305"/>
              <a:ext cx="463" cy="46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9" name="Овал 8"/>
            <p:cNvSpPr/>
            <p:nvPr/>
          </p:nvSpPr>
          <p:spPr>
            <a:xfrm>
              <a:off x="6715" y="19305"/>
              <a:ext cx="463" cy="46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855980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Экспозиция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pic>
        <p:nvPicPr>
          <p:cNvPr id="104" name="Изображение 103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46300" y="4172585"/>
            <a:ext cx="3255645" cy="4448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Изображение 2"/>
          <p:cNvPicPr/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634855" y="4172585"/>
            <a:ext cx="3255645" cy="4448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Текстовое поле 6"/>
          <p:cNvSpPr txBox="1"/>
          <p:nvPr/>
        </p:nvSpPr>
        <p:spPr>
          <a:xfrm>
            <a:off x="1570355" y="8880475"/>
            <a:ext cx="4362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greeting.py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9779000" y="8880475"/>
            <a:ext cx="28752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main.py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810450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Содержимое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3041650"/>
            <a:ext cx="14596745" cy="8588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greeting.py</a:t>
            </a:r>
            <a:endParaRPr lang="ru-RU" altLang="en-US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print_greeting</a:t>
            </a:r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ru-RU" altLang="en-US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ru-RU" altLang="en-US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ru-RU" altLang="en-US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ru-RU" altLang="en-US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</a:t>
            </a:r>
            <a:r>
              <a:rPr lang="ru-RU" altLang="en-US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"Hello,</a:t>
            </a:r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ru-RU" altLang="en-US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ru-RU" altLang="en-US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!"</a:t>
            </a:r>
            <a:endParaRPr lang="ru-RU" altLang="en-US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ru-RU" altLang="en-US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ru-RU" altLang="en-US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ru-RU" altLang="en-US" sz="5400">
              <a:latin typeface="Consolas" panose="020B0609020204030204" charset="0"/>
              <a:cs typeface="Consolas" panose="020B0609020204030204" charset="0"/>
            </a:endParaRPr>
          </a:p>
          <a:p>
            <a:endParaRPr lang="ru-RU" altLang="en-US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main.py</a:t>
            </a:r>
            <a:endParaRPr lang="ru-RU" altLang="en-US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880110" y="9666605"/>
            <a:ext cx="38385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module</a:t>
            </a:r>
            <a:endParaRPr lang="ru-RU" altLang="en-US" sz="5400"/>
          </a:p>
        </p:txBody>
      </p:sp>
      <p:sp>
        <p:nvSpPr>
          <p:cNvPr id="6" name="Правая фигурная скобка 5"/>
          <p:cNvSpPr/>
          <p:nvPr/>
        </p:nvSpPr>
        <p:spPr>
          <a:xfrm>
            <a:off x="15467330" y="3905885"/>
            <a:ext cx="575945" cy="2447925"/>
          </a:xfrm>
          <a:prstGeom prst="rightBrace">
            <a:avLst>
              <a:gd name="adj1" fmla="val 62072"/>
              <a:gd name="adj2" fmla="val 50000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6187420" y="3977640"/>
            <a:ext cx="564959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содержимое файла - тело модуля</a:t>
            </a:r>
            <a:endParaRPr lang="ru-RU" altLang="ru-RU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flipH="1">
            <a:off x="7690485" y="8460740"/>
            <a:ext cx="8281035" cy="190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Текстовое поле 9"/>
          <p:cNvSpPr txBox="1"/>
          <p:nvPr/>
        </p:nvSpPr>
        <p:spPr>
          <a:xfrm>
            <a:off x="16259810" y="7686040"/>
            <a:ext cx="564959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идентификатор модуля</a:t>
            </a:r>
            <a:endParaRPr lang="ru-RU" altLang="ru-RU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 animBg="1"/>
      <p:bldP spid="7" grpId="0"/>
      <p:bldP spid="6" grpId="1" animBg="1"/>
      <p:bldP spid="7" grpId="1"/>
      <p:bldP spid="10" grpId="0"/>
      <p:bldP spid="1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606550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Момент создания модуля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2105025"/>
            <a:ext cx="14805660" cy="10331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greeting.py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"start import"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print_greeting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"Hello,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!"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"finish import"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main.py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start import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finish import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56727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Доступ к элементам модуля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3220085"/>
            <a:ext cx="14565630" cy="6910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main.py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__name__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greeting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print_greeting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"Gustavo"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Hello, Gustavo!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880110" y="3220085"/>
            <a:ext cx="20111720" cy="8143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main.py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__name__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greeting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print_greeting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"Gustavo"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NameError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name 'print_greeting' is not defined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3" grpId="0"/>
      <p:bldP spid="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423098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Модули и переменные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2321560"/>
            <a:ext cx="14793595" cy="9275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main.py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greet_utils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print_greeting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"Gustavo"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Hello, Gustavo!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greet_utils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print_greeting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"Mike"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Hello, Mike!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greet_utils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is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322578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Модули и коллекции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2249170"/>
            <a:ext cx="17776190" cy="9948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numpy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label_to_module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"ordinary"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"optimized"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numpy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label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module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label_to_module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items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label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module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cos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3.14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:.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2f}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ordinary: -1.00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optimized: -1.00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200721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Модули и функции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2636520"/>
            <a:ext cx="19095720" cy="7849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main.py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types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ModuleType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print_module_info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module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ModuleType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"module name: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module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print_module_info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module name: greeting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200721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docstring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2753360"/>
            <a:ext cx="16476980" cy="7115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greeting.py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"""</a:t>
            </a:r>
            <a:endParaRPr lang="en-US" altLang="ru-RU" sz="60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Модуль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с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приветствиями</a:t>
            </a:r>
            <a:endParaRPr lang="en-US" altLang="en-US" sz="60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"""</a:t>
            </a:r>
            <a:endParaRPr lang="en-US" altLang="ru-RU" sz="60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print_greeting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200721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help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2105025"/>
            <a:ext cx="15721330" cy="10159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main.py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help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Help on module greeting: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NAME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    greeting - </a:t>
            </a:r>
            <a:r>
              <a:rPr lang="en-US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Модуль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с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приветствиями</a:t>
            </a:r>
            <a:endParaRPr lang="en-US" altLang="en-US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FUNCTIONS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    print_greeting(name: str) -&gt; None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...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9015730" y="4193540"/>
            <a:ext cx="6711315" cy="2148205"/>
          </a:xfrm>
          <a:prstGeom prst="rect">
            <a:avLst/>
          </a:prstGeom>
        </p:spPr>
        <p:txBody>
          <a:bodyPr lIns="243800" tIns="243800" rIns="243800" bIns="243800" anchor="ctr" anchorCtr="0">
            <a:noAutofit/>
          </a:bodyPr>
          <a:lstStyle/>
          <a:p>
            <a:pPr algn="ctr"/>
            <a:r>
              <a:rPr 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Импорты</a:t>
            </a:r>
            <a:endParaRPr 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2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fld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Группа 9"/>
          <p:cNvGrpSpPr/>
          <p:nvPr/>
        </p:nvGrpSpPr>
        <p:grpSpPr>
          <a:xfrm>
            <a:off x="1137920" y="12258675"/>
            <a:ext cx="3419475" cy="297180"/>
            <a:chOff x="1792" y="19305"/>
            <a:chExt cx="5385" cy="468"/>
          </a:xfrm>
        </p:grpSpPr>
        <p:grpSp>
          <p:nvGrpSpPr>
            <p:cNvPr id="3" name="Группа 2"/>
            <p:cNvGrpSpPr/>
            <p:nvPr/>
          </p:nvGrpSpPr>
          <p:grpSpPr>
            <a:xfrm>
              <a:off x="1792" y="19305"/>
              <a:ext cx="1744" cy="468"/>
              <a:chOff x="658813" y="5548708"/>
              <a:chExt cx="712787" cy="189326"/>
            </a:xfrm>
          </p:grpSpPr>
          <p:sp>
            <p:nvSpPr>
              <p:cNvPr id="4" name="Овал 3"/>
              <p:cNvSpPr/>
              <p:nvPr/>
            </p:nvSpPr>
            <p:spPr>
              <a:xfrm>
                <a:off x="658813" y="5548708"/>
                <a:ext cx="189326" cy="189326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ru-RU"/>
              </a:p>
            </p:txBody>
          </p:sp>
          <p:sp>
            <p:nvSpPr>
              <p:cNvPr id="5" name="Овал 4"/>
              <p:cNvSpPr/>
              <p:nvPr/>
            </p:nvSpPr>
            <p:spPr>
              <a:xfrm>
                <a:off x="1182274" y="5548708"/>
                <a:ext cx="189326" cy="189326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ru-RU"/>
              </a:p>
            </p:txBody>
          </p:sp>
        </p:grpSp>
        <p:sp>
          <p:nvSpPr>
            <p:cNvPr id="6" name="Овал 5"/>
            <p:cNvSpPr/>
            <p:nvPr/>
          </p:nvSpPr>
          <p:spPr>
            <a:xfrm>
              <a:off x="4287" y="19305"/>
              <a:ext cx="463" cy="46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8" name="Овал 7"/>
            <p:cNvSpPr/>
            <p:nvPr/>
          </p:nvSpPr>
          <p:spPr>
            <a:xfrm>
              <a:off x="5501" y="19305"/>
              <a:ext cx="463" cy="46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9" name="Овал 8"/>
            <p:cNvSpPr/>
            <p:nvPr/>
          </p:nvSpPr>
          <p:spPr>
            <a:xfrm>
              <a:off x="6715" y="19305"/>
              <a:ext cx="463" cy="46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820610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Псевдонимы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3185160"/>
            <a:ext cx="17899380" cy="6853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main.py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as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grt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print_greeting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"Gustavo"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print_greeting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"Gustavo"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ru-RU"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NameError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name 'greeting' is not defined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41741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Мотивация использования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3257550"/>
            <a:ext cx="17899380" cy="4189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matplotlib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pyplot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matplotlib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pyplot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figure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figsize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16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9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matplotlib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pyplot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plot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([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Правая фигурная скобка 2"/>
          <p:cNvSpPr/>
          <p:nvPr/>
        </p:nvSpPr>
        <p:spPr>
          <a:xfrm rot="5400000">
            <a:off x="4152265" y="3843655"/>
            <a:ext cx="768985" cy="7085965"/>
          </a:xfrm>
          <a:prstGeom prst="rightBrace">
            <a:avLst>
              <a:gd name="adj1" fmla="val 69116"/>
              <a:gd name="adj2" fmla="val 50000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1282065" y="7866380"/>
            <a:ext cx="653478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длинный идентификатор - неудобно</a:t>
            </a:r>
            <a:endParaRPr lang="ru-RU" altLang="ru-RU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257550"/>
            <a:ext cx="13341985" cy="4189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matplotlib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pyplot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as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plt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plt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figure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figsize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16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9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plt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plot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([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  <p:bldP spid="5" grpId="0"/>
      <p:bldP spid="9" grpId="1"/>
      <p:bldP spid="3" grpId="1" animBg="1"/>
      <p:bldP spid="5" grpId="1"/>
      <p:bldP spid="6" grpId="0"/>
      <p:bldP spid="6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95335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Импорт отдельных объектов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2033270"/>
            <a:ext cx="19659600" cy="9432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greeting.py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typing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Final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GREET_TEMPLATE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Final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"Hello, {name}!"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print_greeting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greeting_template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 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GREET_TEMPLATE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greeting_template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format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95335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Импорт отдельных объектов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2897505"/>
            <a:ext cx="16074390" cy="7610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main.py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print_greeting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print_greeting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"Walter"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Hello, Walter!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print_greeting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"Saul"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NameError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name 'greeting' is not defined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11057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Псевдонимы отдельных объектов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2897505"/>
            <a:ext cx="21788120" cy="7610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main.py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print_greeting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as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greet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greet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"Walter"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Hello, Walter!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print_greeting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"Saul"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NameError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name 'print_greeting' is not defined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664906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from ... import *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3473450"/>
            <a:ext cx="10360660" cy="6534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main.py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*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print_greeting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"Saul"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Hello, Saul!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GREET_TEMPLATE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Hello, {name}!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664906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Проблемы 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from ... import *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2969260"/>
            <a:ext cx="12163425" cy="7974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main.py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*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GREET_TEMPLATE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Hello, {name}!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GREET_TEMPLATE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"Hey, {name}!"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GREET_TEMPLATE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Hey, {name}!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3" name="Прямая со стрелкой 2"/>
          <p:cNvCxnSpPr/>
          <p:nvPr/>
        </p:nvCxnSpPr>
        <p:spPr>
          <a:xfrm flipH="1" flipV="1">
            <a:off x="13307060" y="8364855"/>
            <a:ext cx="1623695" cy="571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Текстовое поле 4"/>
          <p:cNvSpPr txBox="1"/>
          <p:nvPr/>
        </p:nvSpPr>
        <p:spPr>
          <a:xfrm>
            <a:off x="15251430" y="7145655"/>
            <a:ext cx="615505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переопределили переменную из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greeting.py</a:t>
            </a:r>
            <a:endParaRPr lang="en-US" altLang="ru-RU" sz="4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953355" cy="1755140"/>
          </a:xfrm>
        </p:spPr>
        <p:txBody>
          <a:bodyPr/>
          <a:lstStyle/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Служебные поля модуля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2033270"/>
            <a:ext cx="19154140" cy="9432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greeting.py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from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typing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import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Final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_greet_template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  <a:sym typeface="+mn-ea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Final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[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str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]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"Hello, {name}!"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print_greeting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name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  <a:sym typeface="+mn-ea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str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  <a:sym typeface="+mn-ea"/>
              </a:rPr>
              <a:t>,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greeting_template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  <a:sym typeface="+mn-ea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str 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  <a:sym typeface="+mn-ea"/>
              </a:rPr>
              <a:t>=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_greet_template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  <a:sym typeface="+mn-ea"/>
              </a:rPr>
              <a:t>,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  <a:sym typeface="+mn-ea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  <a:sym typeface="+mn-ea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greeting 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  <a:sym typeface="+mn-ea"/>
              </a:rPr>
              <a:t>=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greeting_template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format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name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  <a:sym typeface="+mn-ea"/>
              </a:rPr>
              <a:t>=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name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greeting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953355" cy="1755140"/>
          </a:xfrm>
        </p:spPr>
        <p:txBody>
          <a:bodyPr/>
          <a:lstStyle/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Импорт служебных полей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3329305"/>
            <a:ext cx="17953990" cy="6847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main.py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from</a:t>
            </a:r>
            <a:r>
              <a:rPr lang="en-US" altLang="ru-RU" sz="60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greeting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import</a:t>
            </a:r>
            <a:r>
              <a:rPr lang="en-US" altLang="ru-RU" sz="60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_greet_template</a:t>
            </a:r>
            <a:endParaRPr lang="en-US" altLang="ru-RU" sz="6000">
              <a:solidFill>
                <a:schemeClr val="accent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endParaRPr lang="en-US" altLang="ru-RU" sz="6000">
              <a:solidFill>
                <a:schemeClr val="accent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_greet_template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6000">
              <a:solidFill>
                <a:schemeClr val="accent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Hello, {name}!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_greet_template</a:t>
            </a:r>
            <a:r>
              <a:rPr lang="en-US" altLang="ru-RU" sz="60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format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name</a:t>
            </a:r>
            <a:r>
              <a:rPr lang="en-US" altLang="ru-RU" sz="60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"Mike"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))</a:t>
            </a:r>
            <a:endParaRPr lang="en-US" altLang="ru-RU" sz="6000">
              <a:solidFill>
                <a:schemeClr val="accent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Hello, Mike!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8457545" cy="1755140"/>
          </a:xfrm>
        </p:spPr>
        <p:txBody>
          <a:bodyPr/>
          <a:lstStyle/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Служебные поля модуля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 *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2609215"/>
            <a:ext cx="20545425" cy="8847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main.py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 </a:t>
            </a:r>
            <a:r>
              <a:rPr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sz="6000">
                <a:latin typeface="Consolas" panose="020B0609020204030204" charset="0"/>
                <a:cs typeface="Consolas" panose="020B0609020204030204" charset="0"/>
              </a:rPr>
              <a:t> *</a:t>
            </a:r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endParaRPr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print_greeting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"Mike"</a:t>
            </a:r>
            <a:r>
              <a:rPr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Hello, Mike!</a:t>
            </a:r>
            <a:endParaRPr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endParaRPr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_greet_template</a:t>
            </a:r>
            <a:r>
              <a:rPr 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sz="6000"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NameError</a:t>
            </a:r>
            <a:r>
              <a:rPr lang="en-US" sz="6000">
                <a:latin typeface="Consolas" panose="020B0609020204030204" charset="0"/>
                <a:cs typeface="Consolas" panose="020B0609020204030204" charset="0"/>
              </a:rPr>
              <a:t>: name '_greet_template' is not defined</a:t>
            </a:r>
            <a:endParaRPr lang="en-US" sz="60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81086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Порядок поиска модулей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880110" y="2033270"/>
            <a:ext cx="17790795" cy="10099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greeting.py</a:t>
            </a:r>
            <a:endParaRPr lang="ru-RU" altLang="en-US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typing</a:t>
            </a:r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Optional</a:t>
            </a:r>
            <a:endParaRPr lang="ru-RU" altLang="en-US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third_party</a:t>
            </a:r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cool_greeting</a:t>
            </a:r>
            <a:endParaRPr lang="ru-RU" altLang="en-US" sz="5400">
              <a:latin typeface="Consolas" panose="020B0609020204030204" charset="0"/>
              <a:cs typeface="Consolas" panose="020B0609020204030204" charset="0"/>
            </a:endParaRPr>
          </a:p>
          <a:p>
            <a:endParaRPr lang="ru-RU" altLang="en-US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print_greeting</a:t>
            </a:r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ru-RU" altLang="en-US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</a:t>
            </a:r>
            <a:r>
              <a:rPr lang="ru-RU" altLang="en-US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ru-RU" altLang="en-US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Optional</a:t>
            </a:r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ru-RU" altLang="en-US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ru-RU" altLang="en-US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ru-RU" altLang="en-US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is 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ru-RU" altLang="en-US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cool_greeting</a:t>
            </a:r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()</a:t>
            </a:r>
            <a:endParaRPr lang="ru-RU" altLang="en-US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endParaRPr lang="ru-RU" altLang="en-US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ru-RU" altLang="en-US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</a:t>
            </a:r>
            <a:r>
              <a:rPr lang="ru-RU" altLang="en-US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"Hello,</a:t>
            </a:r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ru-RU" altLang="en-US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ru-RU" altLang="en-US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!"</a:t>
            </a:r>
            <a:endParaRPr lang="ru-RU" altLang="en-US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ru-RU" altLang="en-US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ru-RU" altLang="en-US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ru-RU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ru-RU" altLang="en-US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81086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Порядок поиска модулей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880110" y="3905885"/>
            <a:ext cx="9602470" cy="115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$ python greeting.py 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6763365" y="2249805"/>
            <a:ext cx="6102350" cy="1198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ru-RU" altLang="ru-RU" sz="60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Директории</a:t>
            </a:r>
            <a:endParaRPr lang="ru-RU" altLang="ru-RU" sz="60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880110" y="5417820"/>
            <a:ext cx="10346690" cy="115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from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typing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import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...</a:t>
            </a:r>
            <a:endParaRPr lang="ru-RU" altLang="en-US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21444585" y="5346065"/>
            <a:ext cx="1598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?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14675485" y="5346065"/>
            <a:ext cx="1598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./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9" grpId="0"/>
      <p:bldP spid="8" grpId="0"/>
      <p:bldP spid="9" grpId="1"/>
      <p:bldP spid="8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81086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Порядок поиска модулей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880110" y="3905885"/>
            <a:ext cx="9602470" cy="115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$ python greeting.py 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6763365" y="2249805"/>
            <a:ext cx="6102350" cy="1198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ru-RU" altLang="ru-RU" sz="60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Директории</a:t>
            </a:r>
            <a:endParaRPr lang="ru-RU" altLang="ru-RU" sz="60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880110" y="5417820"/>
            <a:ext cx="9634855" cy="115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from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typing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import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...</a:t>
            </a:r>
            <a:endParaRPr lang="ru-RU" altLang="en-US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4675485" y="5346065"/>
            <a:ext cx="1598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./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21444585" y="5346065"/>
            <a:ext cx="1598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solidFill>
                  <a:srgbClr val="CC4E3F"/>
                </a:solidFill>
                <a:latin typeface="Consolas" panose="020B0609020204030204" charset="0"/>
                <a:cs typeface="Consolas" panose="020B0609020204030204" charset="0"/>
              </a:rPr>
              <a:t>NO</a:t>
            </a:r>
            <a:endParaRPr lang="en-US" altLang="ru-RU" sz="6000">
              <a:solidFill>
                <a:srgbClr val="CC4E3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4603730" y="6858000"/>
            <a:ext cx="68402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.../Python/...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21443950" y="6858000"/>
            <a:ext cx="1598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?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  <p:bldP spid="9" grpId="1"/>
      <p:bldP spid="6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81086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Порядок поиска модулей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880110" y="3905885"/>
            <a:ext cx="9602470" cy="115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$ python greeting.py 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6763365" y="2249805"/>
            <a:ext cx="6102350" cy="1198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ru-RU" altLang="ru-RU" sz="60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Директории</a:t>
            </a:r>
            <a:endParaRPr lang="ru-RU" altLang="ru-RU" sz="60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880110" y="5417820"/>
            <a:ext cx="9441180" cy="115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from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typing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import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...</a:t>
            </a:r>
            <a:endParaRPr lang="ru-RU" altLang="en-US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4675485" y="5346065"/>
            <a:ext cx="1598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./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21444585" y="5346065"/>
            <a:ext cx="1598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solidFill>
                  <a:srgbClr val="CC4E3F"/>
                </a:solidFill>
                <a:latin typeface="Consolas" panose="020B0609020204030204" charset="0"/>
                <a:cs typeface="Consolas" panose="020B0609020204030204" charset="0"/>
              </a:rPr>
              <a:t>NO</a:t>
            </a:r>
            <a:endParaRPr lang="en-US" altLang="ru-RU" sz="6000">
              <a:solidFill>
                <a:srgbClr val="CC4E3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4603730" y="6858000"/>
            <a:ext cx="68402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.../Python/...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21443950" y="6858000"/>
            <a:ext cx="1598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YES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81086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Порядок поиска модулей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880110" y="3905885"/>
            <a:ext cx="9602470" cy="115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$ python greeting.py 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6763365" y="2249805"/>
            <a:ext cx="6102350" cy="1198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ru-RU" altLang="ru-RU" sz="60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Директории</a:t>
            </a:r>
            <a:endParaRPr lang="ru-RU" altLang="ru-RU" sz="60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880110" y="5417820"/>
            <a:ext cx="9784715" cy="115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from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typing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import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...</a:t>
            </a:r>
            <a:endParaRPr lang="ru-RU" altLang="en-US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6929755"/>
            <a:ext cx="11641455" cy="115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from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third_party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import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  <a:sym typeface="+mn-ea"/>
              </a:rPr>
              <a:t> ...</a:t>
            </a:r>
            <a:endParaRPr lang="ru-RU" altLang="en-US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21444585" y="5346065"/>
            <a:ext cx="1598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?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14675485" y="5346065"/>
            <a:ext cx="1598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./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/>
      <p:bldP spid="10" grpId="1"/>
      <p:bldP spid="9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81086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Порядок поиска модулей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880110" y="3905885"/>
            <a:ext cx="9602470" cy="115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$ python greeting.py 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6763365" y="2249805"/>
            <a:ext cx="6102350" cy="1198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ru-RU" altLang="ru-RU" sz="60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Директории</a:t>
            </a:r>
            <a:endParaRPr lang="ru-RU" altLang="ru-RU" sz="60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880110" y="5417820"/>
            <a:ext cx="9704070" cy="115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from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typing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import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...</a:t>
            </a:r>
            <a:endParaRPr lang="ru-RU" altLang="en-US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6929755"/>
            <a:ext cx="11544300" cy="115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from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third_party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import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  <a:sym typeface="+mn-ea"/>
              </a:rPr>
              <a:t> ...</a:t>
            </a:r>
            <a:endParaRPr lang="ru-RU" altLang="en-US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21444585" y="5346065"/>
            <a:ext cx="1598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6000">
                <a:solidFill>
                  <a:srgbClr val="CC4E3F"/>
                </a:solidFill>
                <a:latin typeface="Consolas" panose="020B0609020204030204" charset="0"/>
                <a:cs typeface="Consolas" panose="020B0609020204030204" charset="0"/>
              </a:rPr>
              <a:t>NO</a:t>
            </a:r>
            <a:endParaRPr lang="en-US" altLang="en-US" sz="6000">
              <a:solidFill>
                <a:srgbClr val="CC4E3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14675485" y="5346065"/>
            <a:ext cx="1598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./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4604365" y="6930390"/>
            <a:ext cx="68402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.../Python/...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21444585" y="6930390"/>
            <a:ext cx="1598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?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  <p:bldP spid="8" grpId="1"/>
      <p:bldP spid="7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81086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Порядок поиска модулей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880110" y="3905250"/>
            <a:ext cx="9602470" cy="115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$ python greeting.py 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6763365" y="2249805"/>
            <a:ext cx="6102350" cy="1198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ru-RU" altLang="ru-RU" sz="60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Директории</a:t>
            </a:r>
            <a:endParaRPr lang="ru-RU" altLang="ru-RU" sz="60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880110" y="5417185"/>
            <a:ext cx="10200005" cy="115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from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typing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import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...</a:t>
            </a:r>
            <a:endParaRPr lang="ru-RU" altLang="en-US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6929120"/>
            <a:ext cx="11590655" cy="115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from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third_party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import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  <a:sym typeface="+mn-ea"/>
              </a:rPr>
              <a:t> ...</a:t>
            </a:r>
            <a:endParaRPr lang="ru-RU" altLang="en-US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21444585" y="5346065"/>
            <a:ext cx="1598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6000">
                <a:solidFill>
                  <a:srgbClr val="CC4E3F"/>
                </a:solidFill>
                <a:latin typeface="Consolas" panose="020B0609020204030204" charset="0"/>
                <a:cs typeface="Consolas" panose="020B0609020204030204" charset="0"/>
              </a:rPr>
              <a:t>NO</a:t>
            </a:r>
            <a:endParaRPr lang="en-US" altLang="en-US" sz="6000">
              <a:solidFill>
                <a:srgbClr val="CC4E3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14675485" y="5346065"/>
            <a:ext cx="1598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./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4604365" y="6930390"/>
            <a:ext cx="68402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.../Python/...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21444585" y="6930390"/>
            <a:ext cx="1598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solidFill>
                  <a:srgbClr val="CC4E3F"/>
                </a:solidFill>
                <a:latin typeface="Consolas" panose="020B0609020204030204" charset="0"/>
                <a:cs typeface="Consolas" panose="020B0609020204030204" charset="0"/>
              </a:rPr>
              <a:t>NO</a:t>
            </a:r>
            <a:endParaRPr lang="en-US" altLang="ru-RU" sz="6000">
              <a:solidFill>
                <a:srgbClr val="CC4E3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11722735" y="8441690"/>
            <a:ext cx="94151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.../site-packages/...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21444585" y="8442325"/>
            <a:ext cx="1598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?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/>
      <p:bldP spid="13" grpId="1"/>
      <p:bldP spid="12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81086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Порядок поиска модулей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880110" y="3905885"/>
            <a:ext cx="9602470" cy="115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$ python greeting.py 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6763365" y="2249805"/>
            <a:ext cx="6102350" cy="1198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ru-RU" altLang="ru-RU" sz="60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Директории</a:t>
            </a:r>
            <a:endParaRPr lang="ru-RU" altLang="ru-RU" sz="60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880110" y="5417820"/>
            <a:ext cx="9729470" cy="115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from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typing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import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...</a:t>
            </a:r>
            <a:endParaRPr lang="ru-RU" altLang="en-US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6929755"/>
            <a:ext cx="11705590" cy="115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from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third_party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import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  <a:sym typeface="+mn-ea"/>
              </a:rPr>
              <a:t> ...</a:t>
            </a:r>
            <a:endParaRPr lang="ru-RU" altLang="en-US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21444585" y="5346065"/>
            <a:ext cx="1598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6000">
                <a:solidFill>
                  <a:srgbClr val="CC4E3F"/>
                </a:solidFill>
                <a:latin typeface="Consolas" panose="020B0609020204030204" charset="0"/>
                <a:cs typeface="Consolas" panose="020B0609020204030204" charset="0"/>
              </a:rPr>
              <a:t>NO</a:t>
            </a:r>
            <a:endParaRPr lang="en-US" altLang="en-US" sz="6000">
              <a:solidFill>
                <a:srgbClr val="CC4E3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14675485" y="5346065"/>
            <a:ext cx="1598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./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4604365" y="6930390"/>
            <a:ext cx="68402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.../Python/...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21444585" y="6930390"/>
            <a:ext cx="1598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solidFill>
                  <a:srgbClr val="CC4E3F"/>
                </a:solidFill>
                <a:latin typeface="Consolas" panose="020B0609020204030204" charset="0"/>
                <a:cs typeface="Consolas" panose="020B0609020204030204" charset="0"/>
              </a:rPr>
              <a:t>NO</a:t>
            </a:r>
            <a:endParaRPr lang="en-US" altLang="ru-RU" sz="6000">
              <a:solidFill>
                <a:srgbClr val="CC4E3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11722735" y="8441690"/>
            <a:ext cx="94151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.../site-packages/...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21444585" y="8442325"/>
            <a:ext cx="1598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YES</a:t>
            </a:r>
            <a:endParaRPr lang="en-US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5615305" cy="1755140"/>
          </a:xfrm>
        </p:spPr>
        <p:txBody>
          <a:bodyPr/>
          <a:lstStyle/>
          <a:p>
            <a:r>
              <a:rPr 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builtins</a:t>
            </a:r>
            <a:endParaRPr 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880110" y="2376170"/>
            <a:ext cx="15655290" cy="9914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en-US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endParaRPr lang="en-US" altLang="en-US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en-US" altLang="en-US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__builtins__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en-US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{</a:t>
            </a:r>
            <a:endParaRPr lang="en-US" altLang="en-US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    ...</a:t>
            </a:r>
            <a:endParaRPr lang="en-US" altLang="en-US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    'abs': &lt;function abs(x, /)&gt;,</a:t>
            </a:r>
            <a:endParaRPr lang="en-US" altLang="en-US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    'all': &lt;function all(iterable, /)&gt;,</a:t>
            </a:r>
            <a:endParaRPr lang="en-US" altLang="en-US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    'any': &lt;function any(iterable, /)&gt;,</a:t>
            </a:r>
            <a:endParaRPr lang="en-US" altLang="en-US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    ...</a:t>
            </a:r>
            <a:endParaRPr lang="en-US" altLang="en-US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}</a:t>
            </a:r>
            <a:endParaRPr lang="en-US" altLang="en-US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en-US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en-US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builtins</a:t>
            </a:r>
            <a:endParaRPr lang="en-US" altLang="en-US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en-US" altLang="en-US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__builtins__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"len"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en-US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is</a:t>
            </a:r>
            <a:r>
              <a:rPr lang="en-US" altLang="en-US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builtins</a:t>
            </a:r>
            <a:r>
              <a:rPr lang="en-US" altLang="en-US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len</a:t>
            </a:r>
            <a:endParaRPr lang="en-US" altLang="en-US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en-US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15173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Организация импортов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880110" y="3617595"/>
            <a:ext cx="12498070" cy="7048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typing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Final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numpy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as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np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pandas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DataFrame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endParaRPr lang="en-US" altLang="ru-RU" sz="600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Правая фигурная скобка 2"/>
          <p:cNvSpPr/>
          <p:nvPr/>
        </p:nvSpPr>
        <p:spPr>
          <a:xfrm>
            <a:off x="13019405" y="3617595"/>
            <a:ext cx="426720" cy="1837055"/>
          </a:xfrm>
          <a:prstGeom prst="rightBrace">
            <a:avLst>
              <a:gd name="adj1" fmla="val 65178"/>
              <a:gd name="adj2" fmla="val 50000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5" name="Правая фигурная скобка 4"/>
          <p:cNvSpPr/>
          <p:nvPr/>
        </p:nvSpPr>
        <p:spPr>
          <a:xfrm>
            <a:off x="13019405" y="6497955"/>
            <a:ext cx="426720" cy="1837055"/>
          </a:xfrm>
          <a:prstGeom prst="rightBrace">
            <a:avLst>
              <a:gd name="adj1" fmla="val 65178"/>
              <a:gd name="adj2" fmla="val 50000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Правая фигурная скобка 5"/>
          <p:cNvSpPr/>
          <p:nvPr/>
        </p:nvSpPr>
        <p:spPr>
          <a:xfrm>
            <a:off x="13019405" y="9090025"/>
            <a:ext cx="426720" cy="1124585"/>
          </a:xfrm>
          <a:prstGeom prst="rightBrace">
            <a:avLst>
              <a:gd name="adj1" fmla="val 43601"/>
              <a:gd name="adj2" fmla="val 50000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3451205" y="3813175"/>
            <a:ext cx="866521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4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импорты из стандартной библиотеки</a:t>
            </a:r>
            <a:endParaRPr lang="ru-RU" altLang="en-US" sz="44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13451205" y="6693535"/>
            <a:ext cx="866521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4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импорты из сторонних библиотек</a:t>
            </a:r>
            <a:endParaRPr lang="ru-RU" altLang="en-US" sz="44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13451205" y="8945880"/>
            <a:ext cx="866521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4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импорты из ваших модулей</a:t>
            </a:r>
            <a:endParaRPr lang="ru-RU" altLang="en-US" sz="44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6970395" y="4481830"/>
            <a:ext cx="10816590" cy="2148205"/>
          </a:xfrm>
          <a:prstGeom prst="rect">
            <a:avLst/>
          </a:prstGeom>
        </p:spPr>
        <p:txBody>
          <a:bodyPr lIns="243800" tIns="243800" rIns="243800" bIns="243800" anchor="ctr" anchorCtr="0">
            <a:noAutofit/>
          </a:bodyPr>
          <a:lstStyle/>
          <a:p>
            <a:pPr algn="ctr"/>
            <a:r>
              <a:rPr 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Выполнение модулей</a:t>
            </a:r>
            <a:endParaRPr 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2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fld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Группа 9"/>
          <p:cNvGrpSpPr/>
          <p:nvPr/>
        </p:nvGrpSpPr>
        <p:grpSpPr>
          <a:xfrm>
            <a:off x="1137920" y="12258675"/>
            <a:ext cx="3419475" cy="297180"/>
            <a:chOff x="1792" y="19305"/>
            <a:chExt cx="5385" cy="468"/>
          </a:xfrm>
        </p:grpSpPr>
        <p:grpSp>
          <p:nvGrpSpPr>
            <p:cNvPr id="3" name="Группа 2"/>
            <p:cNvGrpSpPr/>
            <p:nvPr/>
          </p:nvGrpSpPr>
          <p:grpSpPr>
            <a:xfrm>
              <a:off x="1792" y="19305"/>
              <a:ext cx="1744" cy="468"/>
              <a:chOff x="658813" y="5548708"/>
              <a:chExt cx="712787" cy="189326"/>
            </a:xfrm>
          </p:grpSpPr>
          <p:sp>
            <p:nvSpPr>
              <p:cNvPr id="4" name="Овал 3"/>
              <p:cNvSpPr/>
              <p:nvPr/>
            </p:nvSpPr>
            <p:spPr>
              <a:xfrm>
                <a:off x="658813" y="5548708"/>
                <a:ext cx="189326" cy="189326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ru-RU"/>
              </a:p>
            </p:txBody>
          </p:sp>
          <p:sp>
            <p:nvSpPr>
              <p:cNvPr id="5" name="Овал 4"/>
              <p:cNvSpPr/>
              <p:nvPr/>
            </p:nvSpPr>
            <p:spPr>
              <a:xfrm>
                <a:off x="1182274" y="5548708"/>
                <a:ext cx="189326" cy="189326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ru-RU"/>
              </a:p>
            </p:txBody>
          </p:sp>
        </p:grpSp>
        <p:sp>
          <p:nvSpPr>
            <p:cNvPr id="6" name="Овал 5"/>
            <p:cNvSpPr/>
            <p:nvPr/>
          </p:nvSpPr>
          <p:spPr>
            <a:xfrm>
              <a:off x="4287" y="19305"/>
              <a:ext cx="463" cy="46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8" name="Овал 7"/>
            <p:cNvSpPr/>
            <p:nvPr/>
          </p:nvSpPr>
          <p:spPr>
            <a:xfrm>
              <a:off x="5501" y="19305"/>
              <a:ext cx="463" cy="46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9" name="Овал 8"/>
            <p:cNvSpPr/>
            <p:nvPr/>
          </p:nvSpPr>
          <p:spPr>
            <a:xfrm>
              <a:off x="6715" y="19305"/>
              <a:ext cx="463" cy="46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0871180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Выполнение модуля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как скрипта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2969260"/>
            <a:ext cx="16328390" cy="6810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greeting.py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print_greeting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"Hello,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!"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input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"Enter your name: 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print_greeting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7870190" cy="1755140"/>
          </a:xfrm>
        </p:spPr>
        <p:txBody>
          <a:bodyPr/>
          <a:lstStyle/>
          <a:p>
            <a:r>
              <a:rPr 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__pycache__</a:t>
            </a:r>
            <a:endParaRPr 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1066165" y="7146290"/>
            <a:ext cx="14053820" cy="5065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├───__pycache__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│   │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│   └───greeting.cpython-311.pyc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│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└───greeting.py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193165" y="2537460"/>
            <a:ext cx="6863080" cy="1209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└───greeting.py  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1320165" y="4769485"/>
            <a:ext cx="9167495" cy="1209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  <a:sym typeface="+mn-ea"/>
              </a:rPr>
              <a:t>$ python greeting.py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5467330" y="2609850"/>
            <a:ext cx="1549400" cy="1209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T1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5539720" y="9018270"/>
            <a:ext cx="1549400" cy="1209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T1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15539720" y="10890250"/>
            <a:ext cx="1549400" cy="1209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T1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9" grpId="0"/>
      <p:bldP spid="7" grpId="0"/>
      <p:bldP spid="8" grpId="0"/>
      <p:bldP spid="9" grpId="1"/>
      <p:bldP spid="7" grpId="1"/>
      <p:bldP spid="8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/>
          <p:cNvSpPr>
            <a:spLocks noGrp="1"/>
          </p:cNvSpPr>
          <p:nvPr/>
        </p:nvSpPr>
        <p:spPr>
          <a:xfrm>
            <a:off x="880110" y="557530"/>
            <a:ext cx="20871180" cy="175514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Обновление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__pycache__</a:t>
            </a:r>
            <a:endParaRPr lang="en-US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12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1066165" y="2321560"/>
            <a:ext cx="14053820" cy="5065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├───__pycache__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│   └───greeting.cpython-311.pyc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└───greeting.py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15539720" y="3257550"/>
            <a:ext cx="1240155" cy="855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T1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15539720" y="4193540"/>
            <a:ext cx="1177290" cy="866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T1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1353820" y="6177280"/>
            <a:ext cx="9167495" cy="1209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  <a:sym typeface="+mn-ea"/>
              </a:rPr>
              <a:t>$ python greeting.py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5539720" y="3257550"/>
            <a:ext cx="1240155" cy="855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CC4E3F"/>
                </a:solidFill>
                <a:latin typeface="Consolas" panose="020B0609020204030204" charset="0"/>
                <a:cs typeface="Consolas" panose="020B0609020204030204" charset="0"/>
              </a:rPr>
              <a:t>T1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15539720" y="4193540"/>
            <a:ext cx="1177290" cy="866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T2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137920" y="8082280"/>
            <a:ext cx="14053820" cy="3042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├───__pycache__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│   └───greeting.cpython-311.pyc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└───greeting.py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5611475" y="9018270"/>
            <a:ext cx="1240155" cy="855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T2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15611475" y="9954260"/>
            <a:ext cx="1177290" cy="866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T2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4" grpId="1"/>
      <p:bldP spid="15" grpId="1"/>
      <p:bldP spid="7" grpId="0"/>
      <p:bldP spid="8" grpId="0"/>
      <p:bldP spid="7" grpId="1"/>
      <p:bldP spid="8" grpId="1"/>
      <p:bldP spid="5" grpId="0"/>
      <p:bldP spid="5" grpId="1"/>
      <p:bldP spid="4" grpId="0"/>
      <p:bldP spid="6" grpId="0"/>
      <p:bldP spid="10" grpId="0"/>
      <p:bldP spid="4" grpId="1"/>
      <p:bldP spid="6" grpId="1"/>
      <p:bldP spid="10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192875" cy="1755140"/>
          </a:xfrm>
        </p:spPr>
        <p:txBody>
          <a:bodyPr/>
          <a:lstStyle/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__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name__</a:t>
            </a:r>
            <a:endParaRPr lang="en-US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880110" y="2508885"/>
            <a:ext cx="11139170" cy="9740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name_printer.py</a:t>
            </a:r>
            <a:endParaRPr lang="en-US" altLang="en-US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__name__</a:t>
            </a:r>
            <a:r>
              <a:rPr lang="en-US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en-US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en-US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main.py</a:t>
            </a:r>
            <a:endParaRPr lang="en-US" altLang="en-US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import</a:t>
            </a:r>
            <a:r>
              <a:rPr lang="en-US" alt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en-US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name_printer</a:t>
            </a:r>
            <a:endParaRPr lang="en-US" alt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$ python name_printer.py</a:t>
            </a:r>
            <a:endParaRPr lang="en-US" alt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__main__</a:t>
            </a:r>
            <a:endParaRPr lang="en-US" alt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$ python main name_printer</a:t>
            </a:r>
            <a:endParaRPr lang="en-US" alt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name_printer</a:t>
            </a:r>
            <a:endParaRPr lang="en-US" alt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192875" cy="1755140"/>
          </a:xfrm>
        </p:spPr>
        <p:txBody>
          <a:bodyPr/>
          <a:lstStyle/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Идиома __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name__</a:t>
            </a:r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== "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__</a:t>
            </a:r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main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__</a:t>
            </a:r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"</a:t>
            </a:r>
            <a:endParaRPr lang="ru-RU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880110" y="2393315"/>
            <a:ext cx="10092055" cy="98336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name_printer.py</a:t>
            </a:r>
            <a:endParaRPr lang="en-US" altLang="en-US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__name__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== </a:t>
            </a:r>
            <a:r>
              <a:rPr lang="en-US" alt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"__main__"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__name__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main.py</a:t>
            </a:r>
            <a:endParaRPr lang="en-US" altLang="en-US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import</a:t>
            </a:r>
            <a:r>
              <a:rPr lang="en-US" altLang="en-US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en-US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name_printer</a:t>
            </a:r>
            <a:endParaRPr lang="en-US" altLang="en-US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en-US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name_printer</a:t>
            </a:r>
            <a:r>
              <a:rPr lang="en-US" altLang="en-US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__name__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en-US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$ python name_printer.py</a:t>
            </a:r>
            <a:endParaRPr lang="en-US" altLang="en-US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__main__</a:t>
            </a:r>
            <a:endParaRPr lang="en-US" altLang="en-US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en-US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$ python main.py</a:t>
            </a:r>
            <a:endParaRPr lang="en-US" altLang="en-US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name_printer</a:t>
            </a:r>
            <a:endParaRPr lang="en-US" altLang="en-US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192875" cy="1755140"/>
          </a:xfrm>
        </p:spPr>
        <p:txBody>
          <a:bodyPr/>
          <a:lstStyle/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Идиома </a:t>
            </a:r>
            <a:r>
              <a:rPr 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- </a:t>
            </a:r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не точка входа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pic>
        <p:nvPicPr>
          <p:cNvPr id="5" name="Изображение 4"/>
          <p:cNvPicPr/>
          <p:nvPr/>
        </p:nvPicPr>
        <p:blipFill>
          <a:blip r:embed="rId1"/>
          <a:stretch>
            <a:fillRect/>
          </a:stretch>
        </p:blipFill>
        <p:spPr>
          <a:xfrm>
            <a:off x="7082790" y="2033270"/>
            <a:ext cx="10577195" cy="107022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19287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Мотивация использования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880110" y="2105025"/>
            <a:ext cx="12027535" cy="1016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argv_user.py</a:t>
            </a:r>
            <a:endParaRPr lang="ru-RU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sys</a:t>
            </a:r>
            <a:endParaRPr lang="ru-RU" altLang="en-US" sz="6000">
              <a:latin typeface="Consolas" panose="020B0609020204030204" charset="0"/>
              <a:cs typeface="Consolas" panose="020B0609020204030204" charset="0"/>
            </a:endParaRPr>
          </a:p>
          <a:p>
            <a:endParaRPr lang="ru-RU" altLang="en-US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6000">
                <a:solidFill>
                  <a:schemeClr val="accent5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__name__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</a:rPr>
              <a:t> == </a:t>
            </a:r>
            <a:r>
              <a:rPr lang="ru-RU"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"__main__"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ru-RU" altLang="en-US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ru-RU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ru-RU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ru-RU" altLang="en-US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sys</a:t>
            </a:r>
            <a:r>
              <a:rPr lang="ru-RU" altLang="en-US" sz="6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ru-RU"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argv</a:t>
            </a:r>
            <a:r>
              <a:rPr lang="ru-RU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ru-RU" altLang="en-US" sz="6000">
              <a:latin typeface="Consolas" panose="020B0609020204030204" charset="0"/>
              <a:cs typeface="Consolas" panose="020B0609020204030204" charset="0"/>
            </a:endParaRPr>
          </a:p>
          <a:p>
            <a:endParaRPr lang="ru-RU" altLang="en-US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$ python argv_user.py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['.\\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argv_user.py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']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$ python argv_user.py 42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['.\\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argv_user.py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', '42']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9566275" y="4193540"/>
            <a:ext cx="5610860" cy="2148205"/>
          </a:xfrm>
          <a:prstGeom prst="rect">
            <a:avLst/>
          </a:prstGeom>
        </p:spPr>
        <p:txBody>
          <a:bodyPr lIns="243800" tIns="243800" rIns="243800" bIns="243800" anchor="ctr" anchorCtr="0">
            <a:noAutofit/>
          </a:bodyPr>
          <a:lstStyle/>
          <a:p>
            <a:pPr algn="ctr"/>
            <a:r>
              <a:rPr 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Пакеты</a:t>
            </a:r>
            <a:endParaRPr 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2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fld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Группа 9"/>
          <p:cNvGrpSpPr/>
          <p:nvPr/>
        </p:nvGrpSpPr>
        <p:grpSpPr>
          <a:xfrm>
            <a:off x="1137920" y="12258675"/>
            <a:ext cx="3419475" cy="297180"/>
            <a:chOff x="1792" y="19305"/>
            <a:chExt cx="5385" cy="468"/>
          </a:xfrm>
        </p:grpSpPr>
        <p:grpSp>
          <p:nvGrpSpPr>
            <p:cNvPr id="3" name="Группа 2"/>
            <p:cNvGrpSpPr/>
            <p:nvPr/>
          </p:nvGrpSpPr>
          <p:grpSpPr>
            <a:xfrm>
              <a:off x="1792" y="19305"/>
              <a:ext cx="1744" cy="468"/>
              <a:chOff x="658813" y="5548708"/>
              <a:chExt cx="712787" cy="189326"/>
            </a:xfrm>
          </p:grpSpPr>
          <p:sp>
            <p:nvSpPr>
              <p:cNvPr id="4" name="Овал 3"/>
              <p:cNvSpPr/>
              <p:nvPr/>
            </p:nvSpPr>
            <p:spPr>
              <a:xfrm>
                <a:off x="658813" y="5548708"/>
                <a:ext cx="189326" cy="189326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ru-RU"/>
              </a:p>
            </p:txBody>
          </p:sp>
          <p:sp>
            <p:nvSpPr>
              <p:cNvPr id="5" name="Овал 4"/>
              <p:cNvSpPr/>
              <p:nvPr/>
            </p:nvSpPr>
            <p:spPr>
              <a:xfrm>
                <a:off x="1182274" y="5548708"/>
                <a:ext cx="189326" cy="189326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ru-RU"/>
              </a:p>
            </p:txBody>
          </p:sp>
        </p:grpSp>
        <p:sp>
          <p:nvSpPr>
            <p:cNvPr id="6" name="Овал 5"/>
            <p:cNvSpPr/>
            <p:nvPr/>
          </p:nvSpPr>
          <p:spPr>
            <a:xfrm>
              <a:off x="4287" y="19305"/>
              <a:ext cx="463" cy="46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8" name="Овал 7"/>
            <p:cNvSpPr/>
            <p:nvPr/>
          </p:nvSpPr>
          <p:spPr>
            <a:xfrm>
              <a:off x="5501" y="19305"/>
              <a:ext cx="463" cy="46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9" name="Овал 8"/>
            <p:cNvSpPr/>
            <p:nvPr/>
          </p:nvSpPr>
          <p:spPr>
            <a:xfrm>
              <a:off x="6715" y="19305"/>
              <a:ext cx="463" cy="46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19287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Файловая структура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181735" y="3021330"/>
            <a:ext cx="12027535" cy="7123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└───package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│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├───__init__.py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│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├───module1.py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│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└───module2.py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19287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Импорт модулей пакета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880110" y="2393315"/>
            <a:ext cx="20432395" cy="9805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package/module1.py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print_module_info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 am function from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__name__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package/module2.py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print_module_info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-&gt;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None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(f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"I am function from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{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__name__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}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main.py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package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package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module1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AttributeError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module 'package' has no attribute 'module1'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19287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Импорт модулей пакета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880110" y="2177415"/>
            <a:ext cx="16869410" cy="1016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package/module1.py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print_module_info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 am function from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package/module2.py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print_module_info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None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"I am function from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__name__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main.py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package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module1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as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mod1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mod1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print_module_info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 am function from package.module1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19287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__init__.py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880110" y="2177415"/>
            <a:ext cx="16438245" cy="1016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package/__init__.py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package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module1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package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module2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"Init package"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main.py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package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package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module1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package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module2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Init package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&lt;module 'package.module1' ...&gt;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&lt;module 'package.module2' ...&gt;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19287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import ... from *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880110" y="3401695"/>
            <a:ext cx="17749520" cy="670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main.py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package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600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module1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print_module_info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module2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print_module_info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NameError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name 'module1' is not defined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19287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__all__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880110" y="2607310"/>
            <a:ext cx="17124045" cy="8500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package/__init__.py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__all__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"module1"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"module2"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main.py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from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package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import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*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module1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print_module_info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module2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print_module_info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 am function from package.module1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I am function from package.module2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2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fld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Группа 9"/>
          <p:cNvGrpSpPr/>
          <p:nvPr/>
        </p:nvGrpSpPr>
        <p:grpSpPr>
          <a:xfrm>
            <a:off x="1137920" y="12258675"/>
            <a:ext cx="3419475" cy="297180"/>
            <a:chOff x="1792" y="19305"/>
            <a:chExt cx="5385" cy="468"/>
          </a:xfrm>
        </p:grpSpPr>
        <p:grpSp>
          <p:nvGrpSpPr>
            <p:cNvPr id="3" name="Группа 2"/>
            <p:cNvGrpSpPr/>
            <p:nvPr/>
          </p:nvGrpSpPr>
          <p:grpSpPr>
            <a:xfrm>
              <a:off x="1792" y="19305"/>
              <a:ext cx="1744" cy="468"/>
              <a:chOff x="658813" y="5548708"/>
              <a:chExt cx="712787" cy="189326"/>
            </a:xfrm>
          </p:grpSpPr>
          <p:sp>
            <p:nvSpPr>
              <p:cNvPr id="4" name="Овал 3"/>
              <p:cNvSpPr/>
              <p:nvPr/>
            </p:nvSpPr>
            <p:spPr>
              <a:xfrm>
                <a:off x="658813" y="5548708"/>
                <a:ext cx="189326" cy="189326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ru-RU"/>
              </a:p>
            </p:txBody>
          </p:sp>
          <p:sp>
            <p:nvSpPr>
              <p:cNvPr id="5" name="Овал 4"/>
              <p:cNvSpPr/>
              <p:nvPr/>
            </p:nvSpPr>
            <p:spPr>
              <a:xfrm>
                <a:off x="1182274" y="5548708"/>
                <a:ext cx="189326" cy="189326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ru-RU"/>
              </a:p>
            </p:txBody>
          </p:sp>
        </p:grpSp>
        <p:sp>
          <p:nvSpPr>
            <p:cNvPr id="6" name="Овал 5"/>
            <p:cNvSpPr/>
            <p:nvPr/>
          </p:nvSpPr>
          <p:spPr>
            <a:xfrm>
              <a:off x="4287" y="19305"/>
              <a:ext cx="463" cy="46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8" name="Овал 7"/>
            <p:cNvSpPr/>
            <p:nvPr/>
          </p:nvSpPr>
          <p:spPr>
            <a:xfrm>
              <a:off x="5501" y="19305"/>
              <a:ext cx="463" cy="46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9" name="Овал 8"/>
            <p:cNvSpPr/>
            <p:nvPr/>
          </p:nvSpPr>
          <p:spPr>
            <a:xfrm>
              <a:off x="6715" y="19305"/>
              <a:ext cx="463" cy="46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</p:grpSp>
      <p:sp>
        <p:nvSpPr>
          <p:cNvPr id="12" name="Shape 113"/>
          <p:cNvSpPr txBox="1">
            <a:spLocks noGrp="1"/>
          </p:cNvSpPr>
          <p:nvPr/>
        </p:nvSpPr>
        <p:spPr>
          <a:xfrm>
            <a:off x="3513455" y="4050030"/>
            <a:ext cx="18225770" cy="2795905"/>
          </a:xfrm>
          <a:prstGeom prst="rect">
            <a:avLst/>
          </a:prstGeom>
          <a:noFill/>
          <a:ln>
            <a:noFill/>
          </a:ln>
        </p:spPr>
        <p:txBody>
          <a:bodyPr lIns="243800" tIns="243800" rIns="243800" bIns="243800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9600">
                <a:solidFill>
                  <a:schemeClr val="dk1"/>
                </a:solidFill>
              </a:defRPr>
            </a:lvl2pPr>
            <a:lvl3pPr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9600">
                <a:solidFill>
                  <a:schemeClr val="dk1"/>
                </a:solidFill>
              </a:defRPr>
            </a:lvl3pPr>
            <a:lvl4pPr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9600">
                <a:solidFill>
                  <a:schemeClr val="dk1"/>
                </a:solidFill>
              </a:defRPr>
            </a:lvl4pPr>
            <a:lvl5pPr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9600">
                <a:solidFill>
                  <a:schemeClr val="dk1"/>
                </a:solidFill>
              </a:defRPr>
            </a:lvl5pPr>
            <a:lvl6pPr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9600">
                <a:solidFill>
                  <a:schemeClr val="dk1"/>
                </a:solidFill>
              </a:defRPr>
            </a:lvl6pPr>
            <a:lvl7pPr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9600">
                <a:solidFill>
                  <a:schemeClr val="dk1"/>
                </a:solidFill>
              </a:defRPr>
            </a:lvl7pPr>
            <a:lvl8pPr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9600">
                <a:solidFill>
                  <a:schemeClr val="dk1"/>
                </a:solidFill>
              </a:defRPr>
            </a:lvl8pPr>
            <a:lvl9pPr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9600">
                <a:solidFill>
                  <a:schemeClr val="dk1"/>
                </a:solidFill>
              </a:defRPr>
            </a:lvl9pPr>
          </a:lstStyle>
          <a:p>
            <a:pPr algn="l"/>
            <a:r>
              <a:rPr 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Семинар</a:t>
            </a:r>
            <a:endParaRPr 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DIAGRAM_VIRTUALLY_FRAME" val="{&quot;height&quot;:454.95,&quot;left&quot;:1337.2250393700788,&quot;top&quot;:301.85,&quot;width&quot;:397.9499999999998}"/>
</p:tagLst>
</file>

<file path=ppt/tags/tag6.xml><?xml version="1.0" encoding="utf-8"?>
<p:tagLst xmlns:p="http://schemas.openxmlformats.org/presentationml/2006/main">
  <p:tag name="KSO_WM_DIAGRAM_VIRTUALLY_FRAME" val="{&quot;height&quot;:454.95,&quot;left&quot;:1337.2250393700788,&quot;top&quot;:301.85,&quot;width&quot;:397.9499999999998}"/>
</p:tagLst>
</file>

<file path=ppt/theme/theme1.xml><?xml version="1.0" encoding="utf-8"?>
<a:theme xmlns:a="http://schemas.openxmlformats.org/drawingml/2006/main" name="simple-light-2">
  <a:themeElements>
    <a:clrScheme name="МФТИ">
      <a:dk1>
        <a:srgbClr val="525252"/>
      </a:dk1>
      <a:lt1>
        <a:srgbClr val="FFFFFF"/>
      </a:lt1>
      <a:dk2>
        <a:srgbClr val="525252"/>
      </a:dk2>
      <a:lt2>
        <a:srgbClr val="FFFFFF"/>
      </a:lt2>
      <a:accent1>
        <a:srgbClr val="0072BC"/>
      </a:accent1>
      <a:accent2>
        <a:srgbClr val="525252"/>
      </a:accent2>
      <a:accent3>
        <a:srgbClr val="7C7C7C"/>
      </a:accent3>
      <a:accent4>
        <a:srgbClr val="FFAB40"/>
      </a:accent4>
      <a:accent5>
        <a:srgbClr val="0072BC"/>
      </a:accent5>
      <a:accent6>
        <a:srgbClr val="525252"/>
      </a:accent6>
      <a:hlink>
        <a:srgbClr val="FFAB40"/>
      </a:hlink>
      <a:folHlink>
        <a:srgbClr val="92C5EB"/>
      </a:folHlink>
    </a:clrScheme>
    <a:fontScheme name="МФТИ">
      <a:majorFont>
        <a:latin typeface="Arial Black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7591</Words>
  <Application>WPS Presentation</Application>
  <PresentationFormat>Произвольный</PresentationFormat>
  <Paragraphs>707</Paragraphs>
  <Slides>48</Slides>
  <Notes>10</Notes>
  <HiddenSlides>0</HiddenSlides>
  <MMClips>2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0" baseType="lpstr">
      <vt:lpstr>Arial</vt:lpstr>
      <vt:lpstr>SimSun</vt:lpstr>
      <vt:lpstr>Wingdings</vt:lpstr>
      <vt:lpstr>Arial</vt:lpstr>
      <vt:lpstr>Segoe UI</vt:lpstr>
      <vt:lpstr>Arial Black</vt:lpstr>
      <vt:lpstr>Tahoma</vt:lpstr>
      <vt:lpstr>Franklin Gothic Book</vt:lpstr>
      <vt:lpstr>Consolas</vt:lpstr>
      <vt:lpstr>Microsoft YaHei</vt:lpstr>
      <vt:lpstr>Arial Unicode MS</vt:lpstr>
      <vt:lpstr>simple-light-2</vt:lpstr>
      <vt:lpstr>Модули</vt:lpstr>
      <vt:lpstr>Модули</vt:lpstr>
      <vt:lpstr>Мотивация использования</vt:lpstr>
      <vt:lpstr>Создание модуля</vt:lpstr>
      <vt:lpstr>Этап выполнения модуля</vt:lpstr>
      <vt:lpstr>Доступ к содержимому</vt:lpstr>
      <vt:lpstr>Доступ к элементам модуля</vt:lpstr>
      <vt:lpstr>Модули и переменные</vt:lpstr>
      <vt:lpstr>Модули и коллекции</vt:lpstr>
      <vt:lpstr>Модули и функции</vt:lpstr>
      <vt:lpstr>docstring</vt:lpstr>
      <vt:lpstr>Модули</vt:lpstr>
      <vt:lpstr>Модули и переменные</vt:lpstr>
      <vt:lpstr>Псевдонимы</vt:lpstr>
      <vt:lpstr>Импорт отдельных объектов</vt:lpstr>
      <vt:lpstr>Импорт отдельных объектов</vt:lpstr>
      <vt:lpstr>Импорт отдельных объектов</vt:lpstr>
      <vt:lpstr>from ... import *</vt:lpstr>
      <vt:lpstr>Проблемы from ... import *</vt:lpstr>
      <vt:lpstr>Импорт отдельных объектов</vt:lpstr>
      <vt:lpstr>Служебные поля модуля</vt:lpstr>
      <vt:lpstr>Приватные поля модуля и *</vt:lpstr>
      <vt:lpstr>Порядок поиска модулей</vt:lpstr>
      <vt:lpstr>Порядок поиска модулей</vt:lpstr>
      <vt:lpstr>Порядок поиска модулей</vt:lpstr>
      <vt:lpstr>Порядок поиска модулей</vt:lpstr>
      <vt:lpstr>Порядок поиска модулей</vt:lpstr>
      <vt:lpstr>Порядок поиска модулей</vt:lpstr>
      <vt:lpstr>Порядок поиска модулей</vt:lpstr>
      <vt:lpstr>Порядок поиска модулей</vt:lpstr>
      <vt:lpstr>builtins</vt:lpstr>
      <vt:lpstr>builtins</vt:lpstr>
      <vt:lpstr>Импорты</vt:lpstr>
      <vt:lpstr>Выполнение модуля как скрипта</vt:lpstr>
      <vt:lpstr>__pycache__</vt:lpstr>
      <vt:lpstr>PowerPoint 演示文稿</vt:lpstr>
      <vt:lpstr>__name__</vt:lpstr>
      <vt:lpstr>Идиома __name__ == "__main__"</vt:lpstr>
      <vt:lpstr>Идиома - не точка входа</vt:lpstr>
      <vt:lpstr>Мотивация использования</vt:lpstr>
      <vt:lpstr>Модули</vt:lpstr>
      <vt:lpstr>Файловая структура</vt:lpstr>
      <vt:lpstr>Импорт модулей пакета</vt:lpstr>
      <vt:lpstr>Импорт модулей пакета</vt:lpstr>
      <vt:lpstr>__init__.py</vt:lpstr>
      <vt:lpstr>import ... from *</vt:lpstr>
      <vt:lpstr>__all__</vt:lpstr>
      <vt:lpstr>Семинар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MIPT / Phystech</dc:title>
  <dc:creator>Marina</dc:creator>
  <cp:lastModifiedBy>Michail Evgrafov</cp:lastModifiedBy>
  <cp:revision>826</cp:revision>
  <dcterms:created xsi:type="dcterms:W3CDTF">2023-09-07T15:23:00Z</dcterms:created>
  <dcterms:modified xsi:type="dcterms:W3CDTF">2025-12-10T21:33:28Z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939A7A65A70D42D3AFBDFCFAB1B7D962_12</vt:lpwstr>
  </property>
  <property fmtid="{D5CDD505-2E9C-101B-9397-08002B2CF9AE}" pid="3" name="KSOProductBuildVer">
    <vt:lpwstr>1049-12.2.0.23155</vt:lpwstr>
  </property>
</Properties>
</file>